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7"/>
    <p:restoredTop sz="93798"/>
  </p:normalViewPr>
  <p:slideViewPr>
    <p:cSldViewPr snapToGrid="0" snapToObjects="1">
      <p:cViewPr varScale="1">
        <p:scale>
          <a:sx n="127" d="100"/>
          <a:sy n="127" d="100"/>
        </p:scale>
        <p:origin x="15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E05135-7A9F-48A6-BD91-F15832DCC4E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5C8D626-863F-4D51-BB3D-A3E25EEA8097}">
      <dgm:prSet/>
      <dgm:spPr/>
      <dgm:t>
        <a:bodyPr/>
        <a:lstStyle/>
        <a:p>
          <a:r>
            <a:rPr lang="en-CA"/>
            <a:t>Map (top‑left) shows the locations of all three hospitals. Each dot’s size reflects admissions volume.</a:t>
          </a:r>
          <a:endParaRPr lang="en-US"/>
        </a:p>
      </dgm:t>
    </dgm:pt>
    <dgm:pt modelId="{02F5661E-B955-4BFF-A3EC-B7B41AD6C4CB}" type="parTrans" cxnId="{CA6A19A7-5F16-487E-9BFD-9E33B88F802B}">
      <dgm:prSet/>
      <dgm:spPr/>
      <dgm:t>
        <a:bodyPr/>
        <a:lstStyle/>
        <a:p>
          <a:endParaRPr lang="en-US"/>
        </a:p>
      </dgm:t>
    </dgm:pt>
    <dgm:pt modelId="{0EF92EF1-6600-4A5F-94B3-D72CFAF9301B}" type="sibTrans" cxnId="{CA6A19A7-5F16-487E-9BFD-9E33B88F802B}">
      <dgm:prSet/>
      <dgm:spPr/>
      <dgm:t>
        <a:bodyPr/>
        <a:lstStyle/>
        <a:p>
          <a:endParaRPr lang="en-US"/>
        </a:p>
      </dgm:t>
    </dgm:pt>
    <dgm:pt modelId="{41D74C27-62AA-4613-93F1-988E67D19F3A}">
      <dgm:prSet/>
      <dgm:spPr/>
      <dgm:t>
        <a:bodyPr/>
        <a:lstStyle/>
        <a:p>
          <a:r>
            <a:rPr lang="en-CA"/>
            <a:t>“Active Patient” card tells how many patients are currently admitted across the chain.</a:t>
          </a:r>
          <a:endParaRPr lang="en-US"/>
        </a:p>
      </dgm:t>
    </dgm:pt>
    <dgm:pt modelId="{CBE98FBB-D28C-45F5-83E1-1AEC70773BC8}" type="parTrans" cxnId="{4ED59F35-0FD0-465A-B2E2-67CA7A794400}">
      <dgm:prSet/>
      <dgm:spPr/>
      <dgm:t>
        <a:bodyPr/>
        <a:lstStyle/>
        <a:p>
          <a:endParaRPr lang="en-US"/>
        </a:p>
      </dgm:t>
    </dgm:pt>
    <dgm:pt modelId="{26B20AF4-E432-422A-B79D-94C32A386C5F}" type="sibTrans" cxnId="{4ED59F35-0FD0-465A-B2E2-67CA7A794400}">
      <dgm:prSet/>
      <dgm:spPr/>
      <dgm:t>
        <a:bodyPr/>
        <a:lstStyle/>
        <a:p>
          <a:endParaRPr lang="en-US"/>
        </a:p>
      </dgm:t>
    </dgm:pt>
    <dgm:pt modelId="{AA9FD354-8F3E-42C8-A6B1-F81A4807A7AB}">
      <dgm:prSet/>
      <dgm:spPr/>
      <dgm:t>
        <a:bodyPr/>
        <a:lstStyle/>
        <a:p>
          <a:r>
            <a:rPr lang="en-CA"/>
            <a:t>“Average Stay” shows the typical length of stay (days) for all patients.</a:t>
          </a:r>
          <a:endParaRPr lang="en-US"/>
        </a:p>
      </dgm:t>
    </dgm:pt>
    <dgm:pt modelId="{1153CACA-A84A-4ED4-A492-DF74E67E7175}" type="parTrans" cxnId="{FED81702-E9C4-4A42-9165-99AE8351301D}">
      <dgm:prSet/>
      <dgm:spPr/>
      <dgm:t>
        <a:bodyPr/>
        <a:lstStyle/>
        <a:p>
          <a:endParaRPr lang="en-US"/>
        </a:p>
      </dgm:t>
    </dgm:pt>
    <dgm:pt modelId="{8DDFB863-0B54-4EDE-BF71-23D227BBA8FC}" type="sibTrans" cxnId="{FED81702-E9C4-4A42-9165-99AE8351301D}">
      <dgm:prSet/>
      <dgm:spPr/>
      <dgm:t>
        <a:bodyPr/>
        <a:lstStyle/>
        <a:p>
          <a:endParaRPr lang="en-US"/>
        </a:p>
      </dgm:t>
    </dgm:pt>
    <dgm:pt modelId="{9D30D0A5-9891-4679-8FF7-01C390C9AFA0}">
      <dgm:prSet/>
      <dgm:spPr/>
      <dgm:t>
        <a:bodyPr/>
        <a:lstStyle/>
        <a:p>
          <a:r>
            <a:rPr lang="en-CA"/>
            <a:t>Diagnosis bars rank the most common conditions – longer bar = more cases.</a:t>
          </a:r>
          <a:endParaRPr lang="en-US"/>
        </a:p>
      </dgm:t>
    </dgm:pt>
    <dgm:pt modelId="{C496570D-B109-4732-A4A7-C803A7234F4B}" type="parTrans" cxnId="{2CD41BF6-8496-4751-BB54-03CC00ED3298}">
      <dgm:prSet/>
      <dgm:spPr/>
      <dgm:t>
        <a:bodyPr/>
        <a:lstStyle/>
        <a:p>
          <a:endParaRPr lang="en-US"/>
        </a:p>
      </dgm:t>
    </dgm:pt>
    <dgm:pt modelId="{688D198E-859F-486A-8A4C-952F43C1EA28}" type="sibTrans" cxnId="{2CD41BF6-8496-4751-BB54-03CC00ED3298}">
      <dgm:prSet/>
      <dgm:spPr/>
      <dgm:t>
        <a:bodyPr/>
        <a:lstStyle/>
        <a:p>
          <a:endParaRPr lang="en-US"/>
        </a:p>
      </dgm:t>
    </dgm:pt>
    <dgm:pt modelId="{C5724417-F66F-43AC-B9F7-F0E28C2C8E3C}">
      <dgm:prSet/>
      <dgm:spPr/>
      <dgm:t>
        <a:bodyPr/>
        <a:lstStyle/>
        <a:p>
          <a:r>
            <a:rPr lang="en-CA"/>
            <a:t>Bottom charts track admissions, discharges and other flows month‑by‑month, plus a purple vs orange area showing average admissions against active patients.</a:t>
          </a:r>
          <a:endParaRPr lang="en-US"/>
        </a:p>
      </dgm:t>
    </dgm:pt>
    <dgm:pt modelId="{30DF037C-4482-4175-A722-B833786FD7F5}" type="parTrans" cxnId="{F8C00CA2-F47F-4776-B213-3CF5B57FEE3B}">
      <dgm:prSet/>
      <dgm:spPr/>
      <dgm:t>
        <a:bodyPr/>
        <a:lstStyle/>
        <a:p>
          <a:endParaRPr lang="en-US"/>
        </a:p>
      </dgm:t>
    </dgm:pt>
    <dgm:pt modelId="{203431E3-424E-4A4A-95D3-50738EABBAD4}" type="sibTrans" cxnId="{F8C00CA2-F47F-4776-B213-3CF5B57FEE3B}">
      <dgm:prSet/>
      <dgm:spPr/>
      <dgm:t>
        <a:bodyPr/>
        <a:lstStyle/>
        <a:p>
          <a:endParaRPr lang="en-US"/>
        </a:p>
      </dgm:t>
    </dgm:pt>
    <dgm:pt modelId="{939BDC6D-6C9E-514D-99BD-DE9583D5C2A5}" type="pres">
      <dgm:prSet presAssocID="{76E05135-7A9F-48A6-BD91-F15832DCC4E6}" presName="outerComposite" presStyleCnt="0">
        <dgm:presLayoutVars>
          <dgm:chMax val="5"/>
          <dgm:dir/>
          <dgm:resizeHandles val="exact"/>
        </dgm:presLayoutVars>
      </dgm:prSet>
      <dgm:spPr/>
    </dgm:pt>
    <dgm:pt modelId="{C96333D1-221F-DC4E-8BD7-B462CC3AF638}" type="pres">
      <dgm:prSet presAssocID="{76E05135-7A9F-48A6-BD91-F15832DCC4E6}" presName="dummyMaxCanvas" presStyleCnt="0">
        <dgm:presLayoutVars/>
      </dgm:prSet>
      <dgm:spPr/>
    </dgm:pt>
    <dgm:pt modelId="{000E5E16-A296-FE4A-8314-357DBA2564F5}" type="pres">
      <dgm:prSet presAssocID="{76E05135-7A9F-48A6-BD91-F15832DCC4E6}" presName="FiveNodes_1" presStyleLbl="node1" presStyleIdx="0" presStyleCnt="5">
        <dgm:presLayoutVars>
          <dgm:bulletEnabled val="1"/>
        </dgm:presLayoutVars>
      </dgm:prSet>
      <dgm:spPr/>
    </dgm:pt>
    <dgm:pt modelId="{5CA943FC-3CC3-3A4A-9A3B-6DC195B95428}" type="pres">
      <dgm:prSet presAssocID="{76E05135-7A9F-48A6-BD91-F15832DCC4E6}" presName="FiveNodes_2" presStyleLbl="node1" presStyleIdx="1" presStyleCnt="5">
        <dgm:presLayoutVars>
          <dgm:bulletEnabled val="1"/>
        </dgm:presLayoutVars>
      </dgm:prSet>
      <dgm:spPr/>
    </dgm:pt>
    <dgm:pt modelId="{E4683006-A1B9-FB44-B5AF-9E639174575A}" type="pres">
      <dgm:prSet presAssocID="{76E05135-7A9F-48A6-BD91-F15832DCC4E6}" presName="FiveNodes_3" presStyleLbl="node1" presStyleIdx="2" presStyleCnt="5">
        <dgm:presLayoutVars>
          <dgm:bulletEnabled val="1"/>
        </dgm:presLayoutVars>
      </dgm:prSet>
      <dgm:spPr/>
    </dgm:pt>
    <dgm:pt modelId="{877E19C6-77E5-1245-9F74-42733CCA58EB}" type="pres">
      <dgm:prSet presAssocID="{76E05135-7A9F-48A6-BD91-F15832DCC4E6}" presName="FiveNodes_4" presStyleLbl="node1" presStyleIdx="3" presStyleCnt="5">
        <dgm:presLayoutVars>
          <dgm:bulletEnabled val="1"/>
        </dgm:presLayoutVars>
      </dgm:prSet>
      <dgm:spPr/>
    </dgm:pt>
    <dgm:pt modelId="{16B89E9D-31F9-7941-B99C-163A12E7F311}" type="pres">
      <dgm:prSet presAssocID="{76E05135-7A9F-48A6-BD91-F15832DCC4E6}" presName="FiveNodes_5" presStyleLbl="node1" presStyleIdx="4" presStyleCnt="5">
        <dgm:presLayoutVars>
          <dgm:bulletEnabled val="1"/>
        </dgm:presLayoutVars>
      </dgm:prSet>
      <dgm:spPr/>
    </dgm:pt>
    <dgm:pt modelId="{3B8DDC22-4C0A-8745-962B-3E0960395E8F}" type="pres">
      <dgm:prSet presAssocID="{76E05135-7A9F-48A6-BD91-F15832DCC4E6}" presName="FiveConn_1-2" presStyleLbl="fgAccFollowNode1" presStyleIdx="0" presStyleCnt="4">
        <dgm:presLayoutVars>
          <dgm:bulletEnabled val="1"/>
        </dgm:presLayoutVars>
      </dgm:prSet>
      <dgm:spPr/>
    </dgm:pt>
    <dgm:pt modelId="{5F0E0E2D-0BCA-C748-BCE8-B17E8B245471}" type="pres">
      <dgm:prSet presAssocID="{76E05135-7A9F-48A6-BD91-F15832DCC4E6}" presName="FiveConn_2-3" presStyleLbl="fgAccFollowNode1" presStyleIdx="1" presStyleCnt="4">
        <dgm:presLayoutVars>
          <dgm:bulletEnabled val="1"/>
        </dgm:presLayoutVars>
      </dgm:prSet>
      <dgm:spPr/>
    </dgm:pt>
    <dgm:pt modelId="{DA40801F-2902-264F-8169-450BC7B6E976}" type="pres">
      <dgm:prSet presAssocID="{76E05135-7A9F-48A6-BD91-F15832DCC4E6}" presName="FiveConn_3-4" presStyleLbl="fgAccFollowNode1" presStyleIdx="2" presStyleCnt="4">
        <dgm:presLayoutVars>
          <dgm:bulletEnabled val="1"/>
        </dgm:presLayoutVars>
      </dgm:prSet>
      <dgm:spPr/>
    </dgm:pt>
    <dgm:pt modelId="{31F71163-6D9B-4949-B4F9-FC8944289FC7}" type="pres">
      <dgm:prSet presAssocID="{76E05135-7A9F-48A6-BD91-F15832DCC4E6}" presName="FiveConn_4-5" presStyleLbl="fgAccFollowNode1" presStyleIdx="3" presStyleCnt="4">
        <dgm:presLayoutVars>
          <dgm:bulletEnabled val="1"/>
        </dgm:presLayoutVars>
      </dgm:prSet>
      <dgm:spPr/>
    </dgm:pt>
    <dgm:pt modelId="{C32E8999-A651-444A-BA31-EEF8AAC857FE}" type="pres">
      <dgm:prSet presAssocID="{76E05135-7A9F-48A6-BD91-F15832DCC4E6}" presName="FiveNodes_1_text" presStyleLbl="node1" presStyleIdx="4" presStyleCnt="5">
        <dgm:presLayoutVars>
          <dgm:bulletEnabled val="1"/>
        </dgm:presLayoutVars>
      </dgm:prSet>
      <dgm:spPr/>
    </dgm:pt>
    <dgm:pt modelId="{B48CFD6A-FF28-9349-AC76-D2BAF522FB2F}" type="pres">
      <dgm:prSet presAssocID="{76E05135-7A9F-48A6-BD91-F15832DCC4E6}" presName="FiveNodes_2_text" presStyleLbl="node1" presStyleIdx="4" presStyleCnt="5">
        <dgm:presLayoutVars>
          <dgm:bulletEnabled val="1"/>
        </dgm:presLayoutVars>
      </dgm:prSet>
      <dgm:spPr/>
    </dgm:pt>
    <dgm:pt modelId="{67071A68-7E60-244D-8DFB-6EE01A8427C4}" type="pres">
      <dgm:prSet presAssocID="{76E05135-7A9F-48A6-BD91-F15832DCC4E6}" presName="FiveNodes_3_text" presStyleLbl="node1" presStyleIdx="4" presStyleCnt="5">
        <dgm:presLayoutVars>
          <dgm:bulletEnabled val="1"/>
        </dgm:presLayoutVars>
      </dgm:prSet>
      <dgm:spPr/>
    </dgm:pt>
    <dgm:pt modelId="{2B669D99-C3EB-3A4B-979C-32686B679AE1}" type="pres">
      <dgm:prSet presAssocID="{76E05135-7A9F-48A6-BD91-F15832DCC4E6}" presName="FiveNodes_4_text" presStyleLbl="node1" presStyleIdx="4" presStyleCnt="5">
        <dgm:presLayoutVars>
          <dgm:bulletEnabled val="1"/>
        </dgm:presLayoutVars>
      </dgm:prSet>
      <dgm:spPr/>
    </dgm:pt>
    <dgm:pt modelId="{491C0E89-D636-EA4B-A676-CAFE68A46BF3}" type="pres">
      <dgm:prSet presAssocID="{76E05135-7A9F-48A6-BD91-F15832DCC4E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ED81702-E9C4-4A42-9165-99AE8351301D}" srcId="{76E05135-7A9F-48A6-BD91-F15832DCC4E6}" destId="{AA9FD354-8F3E-42C8-A6B1-F81A4807A7AB}" srcOrd="2" destOrd="0" parTransId="{1153CACA-A84A-4ED4-A492-DF74E67E7175}" sibTransId="{8DDFB863-0B54-4EDE-BF71-23D227BBA8FC}"/>
    <dgm:cxn modelId="{1B481913-7A2D-C344-A906-FACF35FF872E}" type="presOf" srcId="{76E05135-7A9F-48A6-BD91-F15832DCC4E6}" destId="{939BDC6D-6C9E-514D-99BD-DE9583D5C2A5}" srcOrd="0" destOrd="0" presId="urn:microsoft.com/office/officeart/2005/8/layout/vProcess5"/>
    <dgm:cxn modelId="{4ED59F35-0FD0-465A-B2E2-67CA7A794400}" srcId="{76E05135-7A9F-48A6-BD91-F15832DCC4E6}" destId="{41D74C27-62AA-4613-93F1-988E67D19F3A}" srcOrd="1" destOrd="0" parTransId="{CBE98FBB-D28C-45F5-83E1-1AEC70773BC8}" sibTransId="{26B20AF4-E432-422A-B79D-94C32A386C5F}"/>
    <dgm:cxn modelId="{867B5E37-A44C-C548-8DB3-A5DAB336FF8D}" type="presOf" srcId="{C5724417-F66F-43AC-B9F7-F0E28C2C8E3C}" destId="{491C0E89-D636-EA4B-A676-CAFE68A46BF3}" srcOrd="1" destOrd="0" presId="urn:microsoft.com/office/officeart/2005/8/layout/vProcess5"/>
    <dgm:cxn modelId="{56710F3B-2C0C-6648-BB7F-E2F946AC5D81}" type="presOf" srcId="{0EF92EF1-6600-4A5F-94B3-D72CFAF9301B}" destId="{3B8DDC22-4C0A-8745-962B-3E0960395E8F}" srcOrd="0" destOrd="0" presId="urn:microsoft.com/office/officeart/2005/8/layout/vProcess5"/>
    <dgm:cxn modelId="{D4D43F53-C97E-6F49-963B-0D4164AA1EC2}" type="presOf" srcId="{41D74C27-62AA-4613-93F1-988E67D19F3A}" destId="{B48CFD6A-FF28-9349-AC76-D2BAF522FB2F}" srcOrd="1" destOrd="0" presId="urn:microsoft.com/office/officeart/2005/8/layout/vProcess5"/>
    <dgm:cxn modelId="{25B4F88F-33F8-9848-BEED-7BE92E43E423}" type="presOf" srcId="{688D198E-859F-486A-8A4C-952F43C1EA28}" destId="{31F71163-6D9B-4949-B4F9-FC8944289FC7}" srcOrd="0" destOrd="0" presId="urn:microsoft.com/office/officeart/2005/8/layout/vProcess5"/>
    <dgm:cxn modelId="{F8C00CA2-F47F-4776-B213-3CF5B57FEE3B}" srcId="{76E05135-7A9F-48A6-BD91-F15832DCC4E6}" destId="{C5724417-F66F-43AC-B9F7-F0E28C2C8E3C}" srcOrd="4" destOrd="0" parTransId="{30DF037C-4482-4175-A722-B833786FD7F5}" sibTransId="{203431E3-424E-4A4A-95D3-50738EABBAD4}"/>
    <dgm:cxn modelId="{C3003AA4-91E5-954D-BAAA-EA0ADDDF9299}" type="presOf" srcId="{9D30D0A5-9891-4679-8FF7-01C390C9AFA0}" destId="{877E19C6-77E5-1245-9F74-42733CCA58EB}" srcOrd="0" destOrd="0" presId="urn:microsoft.com/office/officeart/2005/8/layout/vProcess5"/>
    <dgm:cxn modelId="{CA6A19A7-5F16-487E-9BFD-9E33B88F802B}" srcId="{76E05135-7A9F-48A6-BD91-F15832DCC4E6}" destId="{A5C8D626-863F-4D51-BB3D-A3E25EEA8097}" srcOrd="0" destOrd="0" parTransId="{02F5661E-B955-4BFF-A3EC-B7B41AD6C4CB}" sibTransId="{0EF92EF1-6600-4A5F-94B3-D72CFAF9301B}"/>
    <dgm:cxn modelId="{FB0A6FA8-55A9-644E-9973-64FDF31F753F}" type="presOf" srcId="{AA9FD354-8F3E-42C8-A6B1-F81A4807A7AB}" destId="{E4683006-A1B9-FB44-B5AF-9E639174575A}" srcOrd="0" destOrd="0" presId="urn:microsoft.com/office/officeart/2005/8/layout/vProcess5"/>
    <dgm:cxn modelId="{1E082DAB-58A0-8A44-9A1E-796C1D303F4D}" type="presOf" srcId="{A5C8D626-863F-4D51-BB3D-A3E25EEA8097}" destId="{C32E8999-A651-444A-BA31-EEF8AAC857FE}" srcOrd="1" destOrd="0" presId="urn:microsoft.com/office/officeart/2005/8/layout/vProcess5"/>
    <dgm:cxn modelId="{532932AE-A2E6-6F4D-9893-BD56D86AE148}" type="presOf" srcId="{41D74C27-62AA-4613-93F1-988E67D19F3A}" destId="{5CA943FC-3CC3-3A4A-9A3B-6DC195B95428}" srcOrd="0" destOrd="0" presId="urn:microsoft.com/office/officeart/2005/8/layout/vProcess5"/>
    <dgm:cxn modelId="{939E96B3-6922-5842-9262-027A8C72B69C}" type="presOf" srcId="{A5C8D626-863F-4D51-BB3D-A3E25EEA8097}" destId="{000E5E16-A296-FE4A-8314-357DBA2564F5}" srcOrd="0" destOrd="0" presId="urn:microsoft.com/office/officeart/2005/8/layout/vProcess5"/>
    <dgm:cxn modelId="{8744BEC9-EBDD-934B-A0FA-CDFE3B8A0350}" type="presOf" srcId="{AA9FD354-8F3E-42C8-A6B1-F81A4807A7AB}" destId="{67071A68-7E60-244D-8DFB-6EE01A8427C4}" srcOrd="1" destOrd="0" presId="urn:microsoft.com/office/officeart/2005/8/layout/vProcess5"/>
    <dgm:cxn modelId="{01C4C7CA-4D24-2D48-B0B9-8F7A0A85BD8D}" type="presOf" srcId="{8DDFB863-0B54-4EDE-BF71-23D227BBA8FC}" destId="{DA40801F-2902-264F-8169-450BC7B6E976}" srcOrd="0" destOrd="0" presId="urn:microsoft.com/office/officeart/2005/8/layout/vProcess5"/>
    <dgm:cxn modelId="{CCAA23CD-633F-C845-BCC0-5B9C0C0D729D}" type="presOf" srcId="{26B20AF4-E432-422A-B79D-94C32A386C5F}" destId="{5F0E0E2D-0BCA-C748-BCE8-B17E8B245471}" srcOrd="0" destOrd="0" presId="urn:microsoft.com/office/officeart/2005/8/layout/vProcess5"/>
    <dgm:cxn modelId="{D37AFCE7-D3AF-3548-ADC0-9274F5CEBD0C}" type="presOf" srcId="{9D30D0A5-9891-4679-8FF7-01C390C9AFA0}" destId="{2B669D99-C3EB-3A4B-979C-32686B679AE1}" srcOrd="1" destOrd="0" presId="urn:microsoft.com/office/officeart/2005/8/layout/vProcess5"/>
    <dgm:cxn modelId="{AEAD0FEE-90A3-334D-9DE5-D82CB2B60679}" type="presOf" srcId="{C5724417-F66F-43AC-B9F7-F0E28C2C8E3C}" destId="{16B89E9D-31F9-7941-B99C-163A12E7F311}" srcOrd="0" destOrd="0" presId="urn:microsoft.com/office/officeart/2005/8/layout/vProcess5"/>
    <dgm:cxn modelId="{2CD41BF6-8496-4751-BB54-03CC00ED3298}" srcId="{76E05135-7A9F-48A6-BD91-F15832DCC4E6}" destId="{9D30D0A5-9891-4679-8FF7-01C390C9AFA0}" srcOrd="3" destOrd="0" parTransId="{C496570D-B109-4732-A4A7-C803A7234F4B}" sibTransId="{688D198E-859F-486A-8A4C-952F43C1EA28}"/>
    <dgm:cxn modelId="{1841EA3C-600F-3E4F-9245-6D0C7C193E6E}" type="presParOf" srcId="{939BDC6D-6C9E-514D-99BD-DE9583D5C2A5}" destId="{C96333D1-221F-DC4E-8BD7-B462CC3AF638}" srcOrd="0" destOrd="0" presId="urn:microsoft.com/office/officeart/2005/8/layout/vProcess5"/>
    <dgm:cxn modelId="{F63F717D-8A2B-1247-AEEA-6B2B600B232E}" type="presParOf" srcId="{939BDC6D-6C9E-514D-99BD-DE9583D5C2A5}" destId="{000E5E16-A296-FE4A-8314-357DBA2564F5}" srcOrd="1" destOrd="0" presId="urn:microsoft.com/office/officeart/2005/8/layout/vProcess5"/>
    <dgm:cxn modelId="{A9F5F7C5-BF08-154B-98A8-3857FA97C630}" type="presParOf" srcId="{939BDC6D-6C9E-514D-99BD-DE9583D5C2A5}" destId="{5CA943FC-3CC3-3A4A-9A3B-6DC195B95428}" srcOrd="2" destOrd="0" presId="urn:microsoft.com/office/officeart/2005/8/layout/vProcess5"/>
    <dgm:cxn modelId="{3074F492-90BD-164C-8C67-38C1326824FE}" type="presParOf" srcId="{939BDC6D-6C9E-514D-99BD-DE9583D5C2A5}" destId="{E4683006-A1B9-FB44-B5AF-9E639174575A}" srcOrd="3" destOrd="0" presId="urn:microsoft.com/office/officeart/2005/8/layout/vProcess5"/>
    <dgm:cxn modelId="{0B69E330-1BCC-F140-817F-E2EDC9C48EA0}" type="presParOf" srcId="{939BDC6D-6C9E-514D-99BD-DE9583D5C2A5}" destId="{877E19C6-77E5-1245-9F74-42733CCA58EB}" srcOrd="4" destOrd="0" presId="urn:microsoft.com/office/officeart/2005/8/layout/vProcess5"/>
    <dgm:cxn modelId="{7A9DC450-D603-BB48-892F-F9A5306459FC}" type="presParOf" srcId="{939BDC6D-6C9E-514D-99BD-DE9583D5C2A5}" destId="{16B89E9D-31F9-7941-B99C-163A12E7F311}" srcOrd="5" destOrd="0" presId="urn:microsoft.com/office/officeart/2005/8/layout/vProcess5"/>
    <dgm:cxn modelId="{F1C289A7-F0D3-2A4F-8092-2A5B6CAFF252}" type="presParOf" srcId="{939BDC6D-6C9E-514D-99BD-DE9583D5C2A5}" destId="{3B8DDC22-4C0A-8745-962B-3E0960395E8F}" srcOrd="6" destOrd="0" presId="urn:microsoft.com/office/officeart/2005/8/layout/vProcess5"/>
    <dgm:cxn modelId="{4A34DFB1-3C85-7A4B-9754-FD196BA4DA3A}" type="presParOf" srcId="{939BDC6D-6C9E-514D-99BD-DE9583D5C2A5}" destId="{5F0E0E2D-0BCA-C748-BCE8-B17E8B245471}" srcOrd="7" destOrd="0" presId="urn:microsoft.com/office/officeart/2005/8/layout/vProcess5"/>
    <dgm:cxn modelId="{6EF74EA3-CB04-F64E-B7C0-6E1203109DD9}" type="presParOf" srcId="{939BDC6D-6C9E-514D-99BD-DE9583D5C2A5}" destId="{DA40801F-2902-264F-8169-450BC7B6E976}" srcOrd="8" destOrd="0" presId="urn:microsoft.com/office/officeart/2005/8/layout/vProcess5"/>
    <dgm:cxn modelId="{E68F3B84-B8E9-C84C-9EF8-FE83775E84DC}" type="presParOf" srcId="{939BDC6D-6C9E-514D-99BD-DE9583D5C2A5}" destId="{31F71163-6D9B-4949-B4F9-FC8944289FC7}" srcOrd="9" destOrd="0" presId="urn:microsoft.com/office/officeart/2005/8/layout/vProcess5"/>
    <dgm:cxn modelId="{C3C64C42-58A5-E14D-A9D0-AEFD839880BE}" type="presParOf" srcId="{939BDC6D-6C9E-514D-99BD-DE9583D5C2A5}" destId="{C32E8999-A651-444A-BA31-EEF8AAC857FE}" srcOrd="10" destOrd="0" presId="urn:microsoft.com/office/officeart/2005/8/layout/vProcess5"/>
    <dgm:cxn modelId="{C6263AA2-20B7-9D41-9AC7-22CC324C874F}" type="presParOf" srcId="{939BDC6D-6C9E-514D-99BD-DE9583D5C2A5}" destId="{B48CFD6A-FF28-9349-AC76-D2BAF522FB2F}" srcOrd="11" destOrd="0" presId="urn:microsoft.com/office/officeart/2005/8/layout/vProcess5"/>
    <dgm:cxn modelId="{32E05720-E15E-0042-B13C-EF3F0412D3DC}" type="presParOf" srcId="{939BDC6D-6C9E-514D-99BD-DE9583D5C2A5}" destId="{67071A68-7E60-244D-8DFB-6EE01A8427C4}" srcOrd="12" destOrd="0" presId="urn:microsoft.com/office/officeart/2005/8/layout/vProcess5"/>
    <dgm:cxn modelId="{326B0449-7707-E74D-AA29-3CC545F10378}" type="presParOf" srcId="{939BDC6D-6C9E-514D-99BD-DE9583D5C2A5}" destId="{2B669D99-C3EB-3A4B-979C-32686B679AE1}" srcOrd="13" destOrd="0" presId="urn:microsoft.com/office/officeart/2005/8/layout/vProcess5"/>
    <dgm:cxn modelId="{21DD3947-880E-174D-A308-F517E9F62571}" type="presParOf" srcId="{939BDC6D-6C9E-514D-99BD-DE9583D5C2A5}" destId="{491C0E89-D636-EA4B-A676-CAFE68A46BF3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519470-D458-4FEC-A20D-1A2B4C4A744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320CB66-C90C-4F7F-8949-318EC554FDA4}">
      <dgm:prSet/>
      <dgm:spPr/>
      <dgm:t>
        <a:bodyPr/>
        <a:lstStyle/>
        <a:p>
          <a:pPr>
            <a:defRPr cap="all"/>
          </a:pPr>
          <a:r>
            <a:rPr lang="en-US"/>
            <a:t>Dashboard is filtered to **Riverdale Hospital** only (see single dot on the map).</a:t>
          </a:r>
        </a:p>
      </dgm:t>
    </dgm:pt>
    <dgm:pt modelId="{3C5BD54C-9716-400D-809C-4DF0944E6D80}" type="parTrans" cxnId="{2F3C557B-51BC-47EB-B192-A674EAF8D472}">
      <dgm:prSet/>
      <dgm:spPr/>
      <dgm:t>
        <a:bodyPr/>
        <a:lstStyle/>
        <a:p>
          <a:endParaRPr lang="en-US"/>
        </a:p>
      </dgm:t>
    </dgm:pt>
    <dgm:pt modelId="{02B729B8-1B8D-41B4-95D1-BBA48C0B72CD}" type="sibTrans" cxnId="{2F3C557B-51BC-47EB-B192-A674EAF8D472}">
      <dgm:prSet/>
      <dgm:spPr/>
      <dgm:t>
        <a:bodyPr/>
        <a:lstStyle/>
        <a:p>
          <a:endParaRPr lang="en-US"/>
        </a:p>
      </dgm:t>
    </dgm:pt>
    <dgm:pt modelId="{2861A971-82CA-4323-94FB-AB6B89CB23E0}">
      <dgm:prSet/>
      <dgm:spPr/>
      <dgm:t>
        <a:bodyPr/>
        <a:lstStyle/>
        <a:p>
          <a:pPr>
            <a:defRPr cap="all"/>
          </a:pPr>
          <a:r>
            <a:rPr lang="en-US"/>
            <a:t>KPI cards update to Riverdale’s current active patients and average stay.</a:t>
          </a:r>
        </a:p>
      </dgm:t>
    </dgm:pt>
    <dgm:pt modelId="{44524DFD-8B20-4150-90E0-24419332B8B3}" type="parTrans" cxnId="{C2EA662D-76A5-4087-8D91-6BCBC26C1A19}">
      <dgm:prSet/>
      <dgm:spPr/>
      <dgm:t>
        <a:bodyPr/>
        <a:lstStyle/>
        <a:p>
          <a:endParaRPr lang="en-US"/>
        </a:p>
      </dgm:t>
    </dgm:pt>
    <dgm:pt modelId="{A207FA25-6676-46E3-BC01-37B2C929578A}" type="sibTrans" cxnId="{C2EA662D-76A5-4087-8D91-6BCBC26C1A19}">
      <dgm:prSet/>
      <dgm:spPr/>
      <dgm:t>
        <a:bodyPr/>
        <a:lstStyle/>
        <a:p>
          <a:endParaRPr lang="en-US"/>
        </a:p>
      </dgm:t>
    </dgm:pt>
    <dgm:pt modelId="{2C9FD131-36E7-4A2A-90FA-351E7DFC61FA}">
      <dgm:prSet/>
      <dgm:spPr/>
      <dgm:t>
        <a:bodyPr/>
        <a:lstStyle/>
        <a:p>
          <a:pPr>
            <a:defRPr cap="all"/>
          </a:pPr>
          <a:r>
            <a:rPr lang="en-US"/>
            <a:t>Diagnosis bars reveal Riverdale’s top conditions (Covid‑19, Pneumonia, etc.).</a:t>
          </a:r>
        </a:p>
      </dgm:t>
    </dgm:pt>
    <dgm:pt modelId="{D05DE80A-D7F1-4FEB-9AF7-B61ED114D453}" type="parTrans" cxnId="{C2EE6CD6-8ABA-4D96-B2FA-B87C4589838C}">
      <dgm:prSet/>
      <dgm:spPr/>
      <dgm:t>
        <a:bodyPr/>
        <a:lstStyle/>
        <a:p>
          <a:endParaRPr lang="en-US"/>
        </a:p>
      </dgm:t>
    </dgm:pt>
    <dgm:pt modelId="{9364A82B-4FFC-471F-B37B-128C0D082706}" type="sibTrans" cxnId="{C2EE6CD6-8ABA-4D96-B2FA-B87C4589838C}">
      <dgm:prSet/>
      <dgm:spPr/>
      <dgm:t>
        <a:bodyPr/>
        <a:lstStyle/>
        <a:p>
          <a:endParaRPr lang="en-US"/>
        </a:p>
      </dgm:t>
    </dgm:pt>
    <dgm:pt modelId="{8C5704E8-D423-48C3-B20D-43B8FA94D621}">
      <dgm:prSet/>
      <dgm:spPr/>
      <dgm:t>
        <a:bodyPr/>
        <a:lstStyle/>
        <a:p>
          <a:pPr>
            <a:defRPr cap="all"/>
          </a:pPr>
          <a:r>
            <a:rPr lang="en-US"/>
            <a:t>Monthly columns compare how many patients were admitted, discharged, etc. in Riverdale.</a:t>
          </a:r>
        </a:p>
      </dgm:t>
    </dgm:pt>
    <dgm:pt modelId="{74860E7A-932F-4ADE-8F9D-9839C5B5C507}" type="parTrans" cxnId="{747B0A9C-778E-4B25-8A04-96C8DC2E5F80}">
      <dgm:prSet/>
      <dgm:spPr/>
      <dgm:t>
        <a:bodyPr/>
        <a:lstStyle/>
        <a:p>
          <a:endParaRPr lang="en-US"/>
        </a:p>
      </dgm:t>
    </dgm:pt>
    <dgm:pt modelId="{C4235598-1FB0-41F6-97CF-597DEFC2B827}" type="sibTrans" cxnId="{747B0A9C-778E-4B25-8A04-96C8DC2E5F80}">
      <dgm:prSet/>
      <dgm:spPr/>
      <dgm:t>
        <a:bodyPr/>
        <a:lstStyle/>
        <a:p>
          <a:endParaRPr lang="en-US"/>
        </a:p>
      </dgm:t>
    </dgm:pt>
    <dgm:pt modelId="{485695F1-F92F-45FF-AE08-18B6ECF5570D}">
      <dgm:prSet/>
      <dgm:spPr/>
      <dgm:t>
        <a:bodyPr/>
        <a:lstStyle/>
        <a:p>
          <a:pPr>
            <a:defRPr cap="all"/>
          </a:pPr>
          <a:r>
            <a:rPr lang="en-US"/>
            <a:t>Purple area vs orange line shows whether admissions are out‑pacing active patients over time.</a:t>
          </a:r>
        </a:p>
      </dgm:t>
    </dgm:pt>
    <dgm:pt modelId="{2357D56A-EC44-470C-A045-F3BB56BCB944}" type="parTrans" cxnId="{27964FAB-40CB-4272-A3DA-AFB41D1C1740}">
      <dgm:prSet/>
      <dgm:spPr/>
      <dgm:t>
        <a:bodyPr/>
        <a:lstStyle/>
        <a:p>
          <a:endParaRPr lang="en-US"/>
        </a:p>
      </dgm:t>
    </dgm:pt>
    <dgm:pt modelId="{AA7A54B3-BDE9-48AF-AD6C-DD7DFB34BF6E}" type="sibTrans" cxnId="{27964FAB-40CB-4272-A3DA-AFB41D1C1740}">
      <dgm:prSet/>
      <dgm:spPr/>
      <dgm:t>
        <a:bodyPr/>
        <a:lstStyle/>
        <a:p>
          <a:endParaRPr lang="en-US"/>
        </a:p>
      </dgm:t>
    </dgm:pt>
    <dgm:pt modelId="{365F9409-8369-C64A-ACD0-F4F433F4F453}" type="pres">
      <dgm:prSet presAssocID="{41519470-D458-4FEC-A20D-1A2B4C4A744F}" presName="outerComposite" presStyleCnt="0">
        <dgm:presLayoutVars>
          <dgm:chMax val="5"/>
          <dgm:dir/>
          <dgm:resizeHandles val="exact"/>
        </dgm:presLayoutVars>
      </dgm:prSet>
      <dgm:spPr/>
    </dgm:pt>
    <dgm:pt modelId="{290A42CB-C528-DA4A-BEC9-BEDB4D5A1AD4}" type="pres">
      <dgm:prSet presAssocID="{41519470-D458-4FEC-A20D-1A2B4C4A744F}" presName="dummyMaxCanvas" presStyleCnt="0">
        <dgm:presLayoutVars/>
      </dgm:prSet>
      <dgm:spPr/>
    </dgm:pt>
    <dgm:pt modelId="{6415AF38-EB7E-C141-A7F7-8C47573E978F}" type="pres">
      <dgm:prSet presAssocID="{41519470-D458-4FEC-A20D-1A2B4C4A744F}" presName="FiveNodes_1" presStyleLbl="node1" presStyleIdx="0" presStyleCnt="5">
        <dgm:presLayoutVars>
          <dgm:bulletEnabled val="1"/>
        </dgm:presLayoutVars>
      </dgm:prSet>
      <dgm:spPr/>
    </dgm:pt>
    <dgm:pt modelId="{47DBB38D-AD71-FB48-964B-90A3D438237C}" type="pres">
      <dgm:prSet presAssocID="{41519470-D458-4FEC-A20D-1A2B4C4A744F}" presName="FiveNodes_2" presStyleLbl="node1" presStyleIdx="1" presStyleCnt="5">
        <dgm:presLayoutVars>
          <dgm:bulletEnabled val="1"/>
        </dgm:presLayoutVars>
      </dgm:prSet>
      <dgm:spPr/>
    </dgm:pt>
    <dgm:pt modelId="{4DCA88EA-FAFA-0F4A-A2EF-F3CF9023F18B}" type="pres">
      <dgm:prSet presAssocID="{41519470-D458-4FEC-A20D-1A2B4C4A744F}" presName="FiveNodes_3" presStyleLbl="node1" presStyleIdx="2" presStyleCnt="5">
        <dgm:presLayoutVars>
          <dgm:bulletEnabled val="1"/>
        </dgm:presLayoutVars>
      </dgm:prSet>
      <dgm:spPr/>
    </dgm:pt>
    <dgm:pt modelId="{0291EA99-FAEA-7D47-98A4-973A681CE160}" type="pres">
      <dgm:prSet presAssocID="{41519470-D458-4FEC-A20D-1A2B4C4A744F}" presName="FiveNodes_4" presStyleLbl="node1" presStyleIdx="3" presStyleCnt="5">
        <dgm:presLayoutVars>
          <dgm:bulletEnabled val="1"/>
        </dgm:presLayoutVars>
      </dgm:prSet>
      <dgm:spPr/>
    </dgm:pt>
    <dgm:pt modelId="{D13B0218-5C5A-DC44-B539-FE8E8BAEE4C7}" type="pres">
      <dgm:prSet presAssocID="{41519470-D458-4FEC-A20D-1A2B4C4A744F}" presName="FiveNodes_5" presStyleLbl="node1" presStyleIdx="4" presStyleCnt="5">
        <dgm:presLayoutVars>
          <dgm:bulletEnabled val="1"/>
        </dgm:presLayoutVars>
      </dgm:prSet>
      <dgm:spPr/>
    </dgm:pt>
    <dgm:pt modelId="{FD7478CD-0144-954F-A0E3-44F1EA4022E4}" type="pres">
      <dgm:prSet presAssocID="{41519470-D458-4FEC-A20D-1A2B4C4A744F}" presName="FiveConn_1-2" presStyleLbl="fgAccFollowNode1" presStyleIdx="0" presStyleCnt="4">
        <dgm:presLayoutVars>
          <dgm:bulletEnabled val="1"/>
        </dgm:presLayoutVars>
      </dgm:prSet>
      <dgm:spPr/>
    </dgm:pt>
    <dgm:pt modelId="{0630CCB7-2CBF-0F4D-A4CC-8D329B82B120}" type="pres">
      <dgm:prSet presAssocID="{41519470-D458-4FEC-A20D-1A2B4C4A744F}" presName="FiveConn_2-3" presStyleLbl="fgAccFollowNode1" presStyleIdx="1" presStyleCnt="4">
        <dgm:presLayoutVars>
          <dgm:bulletEnabled val="1"/>
        </dgm:presLayoutVars>
      </dgm:prSet>
      <dgm:spPr/>
    </dgm:pt>
    <dgm:pt modelId="{42BED8F4-3EF9-C349-AC51-3AAD2D08327C}" type="pres">
      <dgm:prSet presAssocID="{41519470-D458-4FEC-A20D-1A2B4C4A744F}" presName="FiveConn_3-4" presStyleLbl="fgAccFollowNode1" presStyleIdx="2" presStyleCnt="4">
        <dgm:presLayoutVars>
          <dgm:bulletEnabled val="1"/>
        </dgm:presLayoutVars>
      </dgm:prSet>
      <dgm:spPr/>
    </dgm:pt>
    <dgm:pt modelId="{303B7951-8EE3-FE42-A792-00A1753E5B3E}" type="pres">
      <dgm:prSet presAssocID="{41519470-D458-4FEC-A20D-1A2B4C4A744F}" presName="FiveConn_4-5" presStyleLbl="fgAccFollowNode1" presStyleIdx="3" presStyleCnt="4">
        <dgm:presLayoutVars>
          <dgm:bulletEnabled val="1"/>
        </dgm:presLayoutVars>
      </dgm:prSet>
      <dgm:spPr/>
    </dgm:pt>
    <dgm:pt modelId="{7F2A4941-D74A-E548-83F0-971935AFF939}" type="pres">
      <dgm:prSet presAssocID="{41519470-D458-4FEC-A20D-1A2B4C4A744F}" presName="FiveNodes_1_text" presStyleLbl="node1" presStyleIdx="4" presStyleCnt="5">
        <dgm:presLayoutVars>
          <dgm:bulletEnabled val="1"/>
        </dgm:presLayoutVars>
      </dgm:prSet>
      <dgm:spPr/>
    </dgm:pt>
    <dgm:pt modelId="{45FF5D0A-262E-1D4D-8E4F-ADB0936D2926}" type="pres">
      <dgm:prSet presAssocID="{41519470-D458-4FEC-A20D-1A2B4C4A744F}" presName="FiveNodes_2_text" presStyleLbl="node1" presStyleIdx="4" presStyleCnt="5">
        <dgm:presLayoutVars>
          <dgm:bulletEnabled val="1"/>
        </dgm:presLayoutVars>
      </dgm:prSet>
      <dgm:spPr/>
    </dgm:pt>
    <dgm:pt modelId="{A4F9A0C9-8A7B-794D-BE8B-B1A6F7842073}" type="pres">
      <dgm:prSet presAssocID="{41519470-D458-4FEC-A20D-1A2B4C4A744F}" presName="FiveNodes_3_text" presStyleLbl="node1" presStyleIdx="4" presStyleCnt="5">
        <dgm:presLayoutVars>
          <dgm:bulletEnabled val="1"/>
        </dgm:presLayoutVars>
      </dgm:prSet>
      <dgm:spPr/>
    </dgm:pt>
    <dgm:pt modelId="{75813F93-5F2D-614A-A44A-0D33924B388C}" type="pres">
      <dgm:prSet presAssocID="{41519470-D458-4FEC-A20D-1A2B4C4A744F}" presName="FiveNodes_4_text" presStyleLbl="node1" presStyleIdx="4" presStyleCnt="5">
        <dgm:presLayoutVars>
          <dgm:bulletEnabled val="1"/>
        </dgm:presLayoutVars>
      </dgm:prSet>
      <dgm:spPr/>
    </dgm:pt>
    <dgm:pt modelId="{8FB2AC1F-F70A-B54F-B7B1-5EA4DBE968B4}" type="pres">
      <dgm:prSet presAssocID="{41519470-D458-4FEC-A20D-1A2B4C4A744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37DA822-91A6-A44E-8133-0395BDA705F1}" type="presOf" srcId="{9364A82B-4FFC-471F-B37B-128C0D082706}" destId="{42BED8F4-3EF9-C349-AC51-3AAD2D08327C}" srcOrd="0" destOrd="0" presId="urn:microsoft.com/office/officeart/2005/8/layout/vProcess5"/>
    <dgm:cxn modelId="{C2EA662D-76A5-4087-8D91-6BCBC26C1A19}" srcId="{41519470-D458-4FEC-A20D-1A2B4C4A744F}" destId="{2861A971-82CA-4323-94FB-AB6B89CB23E0}" srcOrd="1" destOrd="0" parTransId="{44524DFD-8B20-4150-90E0-24419332B8B3}" sibTransId="{A207FA25-6676-46E3-BC01-37B2C929578A}"/>
    <dgm:cxn modelId="{7231943A-697B-4B45-BE17-824F96094433}" type="presOf" srcId="{2C9FD131-36E7-4A2A-90FA-351E7DFC61FA}" destId="{A4F9A0C9-8A7B-794D-BE8B-B1A6F7842073}" srcOrd="1" destOrd="0" presId="urn:microsoft.com/office/officeart/2005/8/layout/vProcess5"/>
    <dgm:cxn modelId="{9B89D645-C4E3-004A-8B3A-4AE71205F670}" type="presOf" srcId="{C4235598-1FB0-41F6-97CF-597DEFC2B827}" destId="{303B7951-8EE3-FE42-A792-00A1753E5B3E}" srcOrd="0" destOrd="0" presId="urn:microsoft.com/office/officeart/2005/8/layout/vProcess5"/>
    <dgm:cxn modelId="{72381355-C99E-F046-897A-9DC9F6BC8632}" type="presOf" srcId="{2861A971-82CA-4323-94FB-AB6B89CB23E0}" destId="{47DBB38D-AD71-FB48-964B-90A3D438237C}" srcOrd="0" destOrd="0" presId="urn:microsoft.com/office/officeart/2005/8/layout/vProcess5"/>
    <dgm:cxn modelId="{F4151760-7AB6-004C-9EA0-92A0436890E0}" type="presOf" srcId="{8C5704E8-D423-48C3-B20D-43B8FA94D621}" destId="{75813F93-5F2D-614A-A44A-0D33924B388C}" srcOrd="1" destOrd="0" presId="urn:microsoft.com/office/officeart/2005/8/layout/vProcess5"/>
    <dgm:cxn modelId="{8B1E6872-650E-834D-BBF7-CA463601FF31}" type="presOf" srcId="{1320CB66-C90C-4F7F-8949-318EC554FDA4}" destId="{6415AF38-EB7E-C141-A7F7-8C47573E978F}" srcOrd="0" destOrd="0" presId="urn:microsoft.com/office/officeart/2005/8/layout/vProcess5"/>
    <dgm:cxn modelId="{C6DBAC73-CBAC-7E47-B70D-3EFCAC277AF4}" type="presOf" srcId="{8C5704E8-D423-48C3-B20D-43B8FA94D621}" destId="{0291EA99-FAEA-7D47-98A4-973A681CE160}" srcOrd="0" destOrd="0" presId="urn:microsoft.com/office/officeart/2005/8/layout/vProcess5"/>
    <dgm:cxn modelId="{2F3C557B-51BC-47EB-B192-A674EAF8D472}" srcId="{41519470-D458-4FEC-A20D-1A2B4C4A744F}" destId="{1320CB66-C90C-4F7F-8949-318EC554FDA4}" srcOrd="0" destOrd="0" parTransId="{3C5BD54C-9716-400D-809C-4DF0944E6D80}" sibTransId="{02B729B8-1B8D-41B4-95D1-BBA48C0B72CD}"/>
    <dgm:cxn modelId="{1D71F47E-CCD7-304D-B8BB-1A843FCAFE23}" type="presOf" srcId="{41519470-D458-4FEC-A20D-1A2B4C4A744F}" destId="{365F9409-8369-C64A-ACD0-F4F433F4F453}" srcOrd="0" destOrd="0" presId="urn:microsoft.com/office/officeart/2005/8/layout/vProcess5"/>
    <dgm:cxn modelId="{747B0A9C-778E-4B25-8A04-96C8DC2E5F80}" srcId="{41519470-D458-4FEC-A20D-1A2B4C4A744F}" destId="{8C5704E8-D423-48C3-B20D-43B8FA94D621}" srcOrd="3" destOrd="0" parTransId="{74860E7A-932F-4ADE-8F9D-9839C5B5C507}" sibTransId="{C4235598-1FB0-41F6-97CF-597DEFC2B827}"/>
    <dgm:cxn modelId="{8DA59DA6-DBE9-6E45-8B97-8A0082886F77}" type="presOf" srcId="{2861A971-82CA-4323-94FB-AB6B89CB23E0}" destId="{45FF5D0A-262E-1D4D-8E4F-ADB0936D2926}" srcOrd="1" destOrd="0" presId="urn:microsoft.com/office/officeart/2005/8/layout/vProcess5"/>
    <dgm:cxn modelId="{27964FAB-40CB-4272-A3DA-AFB41D1C1740}" srcId="{41519470-D458-4FEC-A20D-1A2B4C4A744F}" destId="{485695F1-F92F-45FF-AE08-18B6ECF5570D}" srcOrd="4" destOrd="0" parTransId="{2357D56A-EC44-470C-A045-F3BB56BCB944}" sibTransId="{AA7A54B3-BDE9-48AF-AD6C-DD7DFB34BF6E}"/>
    <dgm:cxn modelId="{264AECC1-4C20-9B48-986A-45246377C27B}" type="presOf" srcId="{485695F1-F92F-45FF-AE08-18B6ECF5570D}" destId="{8FB2AC1F-F70A-B54F-B7B1-5EA4DBE968B4}" srcOrd="1" destOrd="0" presId="urn:microsoft.com/office/officeart/2005/8/layout/vProcess5"/>
    <dgm:cxn modelId="{C2EE6CD6-8ABA-4D96-B2FA-B87C4589838C}" srcId="{41519470-D458-4FEC-A20D-1A2B4C4A744F}" destId="{2C9FD131-36E7-4A2A-90FA-351E7DFC61FA}" srcOrd="2" destOrd="0" parTransId="{D05DE80A-D7F1-4FEB-9AF7-B61ED114D453}" sibTransId="{9364A82B-4FFC-471F-B37B-128C0D082706}"/>
    <dgm:cxn modelId="{3B042AE5-4654-774A-AEB3-C742E44B176B}" type="presOf" srcId="{1320CB66-C90C-4F7F-8949-318EC554FDA4}" destId="{7F2A4941-D74A-E548-83F0-971935AFF939}" srcOrd="1" destOrd="0" presId="urn:microsoft.com/office/officeart/2005/8/layout/vProcess5"/>
    <dgm:cxn modelId="{EF57CAEC-AFA1-404A-8E18-6B27230D0A3A}" type="presOf" srcId="{A207FA25-6676-46E3-BC01-37B2C929578A}" destId="{0630CCB7-2CBF-0F4D-A4CC-8D329B82B120}" srcOrd="0" destOrd="0" presId="urn:microsoft.com/office/officeart/2005/8/layout/vProcess5"/>
    <dgm:cxn modelId="{E1C337F4-F287-904C-945D-204D8580C600}" type="presOf" srcId="{2C9FD131-36E7-4A2A-90FA-351E7DFC61FA}" destId="{4DCA88EA-FAFA-0F4A-A2EF-F3CF9023F18B}" srcOrd="0" destOrd="0" presId="urn:microsoft.com/office/officeart/2005/8/layout/vProcess5"/>
    <dgm:cxn modelId="{237161F9-2740-0544-85C0-F02044017991}" type="presOf" srcId="{02B729B8-1B8D-41B4-95D1-BBA48C0B72CD}" destId="{FD7478CD-0144-954F-A0E3-44F1EA4022E4}" srcOrd="0" destOrd="0" presId="urn:microsoft.com/office/officeart/2005/8/layout/vProcess5"/>
    <dgm:cxn modelId="{B16CD0FC-4845-0B42-9FFB-7D1E39745F0B}" type="presOf" srcId="{485695F1-F92F-45FF-AE08-18B6ECF5570D}" destId="{D13B0218-5C5A-DC44-B539-FE8E8BAEE4C7}" srcOrd="0" destOrd="0" presId="urn:microsoft.com/office/officeart/2005/8/layout/vProcess5"/>
    <dgm:cxn modelId="{CC0D407B-50C9-7F4C-AA30-1CEFF512F39B}" type="presParOf" srcId="{365F9409-8369-C64A-ACD0-F4F433F4F453}" destId="{290A42CB-C528-DA4A-BEC9-BEDB4D5A1AD4}" srcOrd="0" destOrd="0" presId="urn:microsoft.com/office/officeart/2005/8/layout/vProcess5"/>
    <dgm:cxn modelId="{90FE674F-154F-5A4F-87AA-794FF3325984}" type="presParOf" srcId="{365F9409-8369-C64A-ACD0-F4F433F4F453}" destId="{6415AF38-EB7E-C141-A7F7-8C47573E978F}" srcOrd="1" destOrd="0" presId="urn:microsoft.com/office/officeart/2005/8/layout/vProcess5"/>
    <dgm:cxn modelId="{BF417EF9-F84E-CF43-B932-1D445D06F11B}" type="presParOf" srcId="{365F9409-8369-C64A-ACD0-F4F433F4F453}" destId="{47DBB38D-AD71-FB48-964B-90A3D438237C}" srcOrd="2" destOrd="0" presId="urn:microsoft.com/office/officeart/2005/8/layout/vProcess5"/>
    <dgm:cxn modelId="{6B986EC2-2829-9142-82C6-E1E72C452170}" type="presParOf" srcId="{365F9409-8369-C64A-ACD0-F4F433F4F453}" destId="{4DCA88EA-FAFA-0F4A-A2EF-F3CF9023F18B}" srcOrd="3" destOrd="0" presId="urn:microsoft.com/office/officeart/2005/8/layout/vProcess5"/>
    <dgm:cxn modelId="{E73941C2-6875-8745-8405-1C3C99C3F425}" type="presParOf" srcId="{365F9409-8369-C64A-ACD0-F4F433F4F453}" destId="{0291EA99-FAEA-7D47-98A4-973A681CE160}" srcOrd="4" destOrd="0" presId="urn:microsoft.com/office/officeart/2005/8/layout/vProcess5"/>
    <dgm:cxn modelId="{30812CFD-BF2B-914F-829E-DC088C460312}" type="presParOf" srcId="{365F9409-8369-C64A-ACD0-F4F433F4F453}" destId="{D13B0218-5C5A-DC44-B539-FE8E8BAEE4C7}" srcOrd="5" destOrd="0" presId="urn:microsoft.com/office/officeart/2005/8/layout/vProcess5"/>
    <dgm:cxn modelId="{F75211AA-4F54-DD41-8A15-4BFB0B39A702}" type="presParOf" srcId="{365F9409-8369-C64A-ACD0-F4F433F4F453}" destId="{FD7478CD-0144-954F-A0E3-44F1EA4022E4}" srcOrd="6" destOrd="0" presId="urn:microsoft.com/office/officeart/2005/8/layout/vProcess5"/>
    <dgm:cxn modelId="{5EA1C408-6E5E-FE48-9589-305D68925B1D}" type="presParOf" srcId="{365F9409-8369-C64A-ACD0-F4F433F4F453}" destId="{0630CCB7-2CBF-0F4D-A4CC-8D329B82B120}" srcOrd="7" destOrd="0" presId="urn:microsoft.com/office/officeart/2005/8/layout/vProcess5"/>
    <dgm:cxn modelId="{837E20CA-DF92-9C49-8D07-06268BE85986}" type="presParOf" srcId="{365F9409-8369-C64A-ACD0-F4F433F4F453}" destId="{42BED8F4-3EF9-C349-AC51-3AAD2D08327C}" srcOrd="8" destOrd="0" presId="urn:microsoft.com/office/officeart/2005/8/layout/vProcess5"/>
    <dgm:cxn modelId="{B6A630CA-6EEC-C847-8E1C-7B9366936ABC}" type="presParOf" srcId="{365F9409-8369-C64A-ACD0-F4F433F4F453}" destId="{303B7951-8EE3-FE42-A792-00A1753E5B3E}" srcOrd="9" destOrd="0" presId="urn:microsoft.com/office/officeart/2005/8/layout/vProcess5"/>
    <dgm:cxn modelId="{36D26E5E-7B11-7A44-BF55-BD8C19055880}" type="presParOf" srcId="{365F9409-8369-C64A-ACD0-F4F433F4F453}" destId="{7F2A4941-D74A-E548-83F0-971935AFF939}" srcOrd="10" destOrd="0" presId="urn:microsoft.com/office/officeart/2005/8/layout/vProcess5"/>
    <dgm:cxn modelId="{87DE0CEC-C5DC-9547-A856-34C7F2AACAF2}" type="presParOf" srcId="{365F9409-8369-C64A-ACD0-F4F433F4F453}" destId="{45FF5D0A-262E-1D4D-8E4F-ADB0936D2926}" srcOrd="11" destOrd="0" presId="urn:microsoft.com/office/officeart/2005/8/layout/vProcess5"/>
    <dgm:cxn modelId="{AC821F79-D15C-6141-9D1E-F1D72369A36F}" type="presParOf" srcId="{365F9409-8369-C64A-ACD0-F4F433F4F453}" destId="{A4F9A0C9-8A7B-794D-BE8B-B1A6F7842073}" srcOrd="12" destOrd="0" presId="urn:microsoft.com/office/officeart/2005/8/layout/vProcess5"/>
    <dgm:cxn modelId="{CC588163-2857-8E41-99D3-7C591DFEB89F}" type="presParOf" srcId="{365F9409-8369-C64A-ACD0-F4F433F4F453}" destId="{75813F93-5F2D-614A-A44A-0D33924B388C}" srcOrd="13" destOrd="0" presId="urn:microsoft.com/office/officeart/2005/8/layout/vProcess5"/>
    <dgm:cxn modelId="{75F9A6E7-CDB2-C34F-A677-5E116C107043}" type="presParOf" srcId="{365F9409-8369-C64A-ACD0-F4F433F4F453}" destId="{8FB2AC1F-F70A-B54F-B7B1-5EA4DBE968B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931B0C-C1CD-4B07-B8AE-91CC6B54CE8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E599378-E255-40DA-9EDF-1675759E67C8}">
      <dgm:prSet/>
      <dgm:spPr/>
      <dgm:t>
        <a:bodyPr/>
        <a:lstStyle/>
        <a:p>
          <a:r>
            <a:rPr lang="en-US"/>
            <a:t>View now focuses on **City Hospital** (East Coast). Only its map marker is visible.</a:t>
          </a:r>
        </a:p>
      </dgm:t>
    </dgm:pt>
    <dgm:pt modelId="{7593FA2F-06D2-477D-BD3E-E1CF6815B5D9}" type="parTrans" cxnId="{28C5006C-CEED-4AAB-A06C-A482731DBFBE}">
      <dgm:prSet/>
      <dgm:spPr/>
      <dgm:t>
        <a:bodyPr/>
        <a:lstStyle/>
        <a:p>
          <a:endParaRPr lang="en-US"/>
        </a:p>
      </dgm:t>
    </dgm:pt>
    <dgm:pt modelId="{CCD2ECD3-291E-49FA-8FF8-FB0FCD7C1237}" type="sibTrans" cxnId="{28C5006C-CEED-4AAB-A06C-A482731DBFBE}">
      <dgm:prSet/>
      <dgm:spPr/>
      <dgm:t>
        <a:bodyPr/>
        <a:lstStyle/>
        <a:p>
          <a:endParaRPr lang="en-US"/>
        </a:p>
      </dgm:t>
    </dgm:pt>
    <dgm:pt modelId="{1EA5DDC2-D5F5-4615-9317-CE754C850F4B}">
      <dgm:prSet/>
      <dgm:spPr/>
      <dgm:t>
        <a:bodyPr/>
        <a:lstStyle/>
        <a:p>
          <a:r>
            <a:rPr lang="en-US"/>
            <a:t>Active Patient and Average Stay cards refresh for City Hospital numbers.</a:t>
          </a:r>
        </a:p>
      </dgm:t>
    </dgm:pt>
    <dgm:pt modelId="{06BE8920-59AA-40DA-A6EC-B9BA2FDAD8B4}" type="parTrans" cxnId="{96835122-1014-4E0A-BBCD-B8DF1E048928}">
      <dgm:prSet/>
      <dgm:spPr/>
      <dgm:t>
        <a:bodyPr/>
        <a:lstStyle/>
        <a:p>
          <a:endParaRPr lang="en-US"/>
        </a:p>
      </dgm:t>
    </dgm:pt>
    <dgm:pt modelId="{EBF2180D-E791-4D07-928A-C549FFBA672F}" type="sibTrans" cxnId="{96835122-1014-4E0A-BBCD-B8DF1E048928}">
      <dgm:prSet/>
      <dgm:spPr/>
      <dgm:t>
        <a:bodyPr/>
        <a:lstStyle/>
        <a:p>
          <a:endParaRPr lang="en-US"/>
        </a:p>
      </dgm:t>
    </dgm:pt>
    <dgm:pt modelId="{E4AC3FAE-1A59-4EC9-9B05-E98B9108C39A}">
      <dgm:prSet/>
      <dgm:spPr/>
      <dgm:t>
        <a:bodyPr/>
        <a:lstStyle/>
        <a:p>
          <a:r>
            <a:rPr lang="en-US"/>
            <a:t>Diagnosis distribution highlights City’s main case mix.</a:t>
          </a:r>
        </a:p>
      </dgm:t>
    </dgm:pt>
    <dgm:pt modelId="{B1C425A0-721D-4538-89AF-9534F7011884}" type="parTrans" cxnId="{9776C376-FA22-46ED-9839-3604DF84B470}">
      <dgm:prSet/>
      <dgm:spPr/>
      <dgm:t>
        <a:bodyPr/>
        <a:lstStyle/>
        <a:p>
          <a:endParaRPr lang="en-US"/>
        </a:p>
      </dgm:t>
    </dgm:pt>
    <dgm:pt modelId="{E6828791-563F-4F53-965E-2C7DA2B0D930}" type="sibTrans" cxnId="{9776C376-FA22-46ED-9839-3604DF84B470}">
      <dgm:prSet/>
      <dgm:spPr/>
      <dgm:t>
        <a:bodyPr/>
        <a:lstStyle/>
        <a:p>
          <a:endParaRPr lang="en-US"/>
        </a:p>
      </dgm:t>
    </dgm:pt>
    <dgm:pt modelId="{353FABD3-7BF1-4F6B-8DC3-7D701F742EAC}">
      <dgm:prSet/>
      <dgm:spPr/>
      <dgm:t>
        <a:bodyPr/>
        <a:lstStyle/>
        <a:p>
          <a:r>
            <a:rPr lang="en-US"/>
            <a:t>Monthly column chart lets you see seasonal swings (e.g., winter Covid uptick).</a:t>
          </a:r>
        </a:p>
      </dgm:t>
    </dgm:pt>
    <dgm:pt modelId="{4D70C7C1-EF17-49F6-90DD-0C6C244B6A97}" type="parTrans" cxnId="{5F632FE7-7E59-4041-8BC8-70F9077DE187}">
      <dgm:prSet/>
      <dgm:spPr/>
      <dgm:t>
        <a:bodyPr/>
        <a:lstStyle/>
        <a:p>
          <a:endParaRPr lang="en-US"/>
        </a:p>
      </dgm:t>
    </dgm:pt>
    <dgm:pt modelId="{D9CB050A-192B-42B2-B01C-64C40922661C}" type="sibTrans" cxnId="{5F632FE7-7E59-4041-8BC8-70F9077DE187}">
      <dgm:prSet/>
      <dgm:spPr/>
      <dgm:t>
        <a:bodyPr/>
        <a:lstStyle/>
        <a:p>
          <a:endParaRPr lang="en-US"/>
        </a:p>
      </dgm:t>
    </dgm:pt>
    <dgm:pt modelId="{2638C50E-F390-40E3-AA7C-2867C3A4332C}">
      <dgm:prSet/>
      <dgm:spPr/>
      <dgm:t>
        <a:bodyPr/>
        <a:lstStyle/>
        <a:p>
          <a:r>
            <a:rPr lang="en-US"/>
            <a:t>Area chart compares average admissions to active patients – helps spot capacity pressure.</a:t>
          </a:r>
        </a:p>
      </dgm:t>
    </dgm:pt>
    <dgm:pt modelId="{D504652C-E4FC-41C4-9132-D3124D8C40BA}" type="parTrans" cxnId="{4DBE949B-077E-425B-89E0-719077705540}">
      <dgm:prSet/>
      <dgm:spPr/>
      <dgm:t>
        <a:bodyPr/>
        <a:lstStyle/>
        <a:p>
          <a:endParaRPr lang="en-US"/>
        </a:p>
      </dgm:t>
    </dgm:pt>
    <dgm:pt modelId="{2200E172-FC75-4C36-85DD-8EFFCB1BFA19}" type="sibTrans" cxnId="{4DBE949B-077E-425B-89E0-719077705540}">
      <dgm:prSet/>
      <dgm:spPr/>
      <dgm:t>
        <a:bodyPr/>
        <a:lstStyle/>
        <a:p>
          <a:endParaRPr lang="en-US"/>
        </a:p>
      </dgm:t>
    </dgm:pt>
    <dgm:pt modelId="{F3CC0262-4E93-474E-82E1-308F5496A9D2}" type="pres">
      <dgm:prSet presAssocID="{62931B0C-C1CD-4B07-B8AE-91CC6B54CE8F}" presName="outerComposite" presStyleCnt="0">
        <dgm:presLayoutVars>
          <dgm:chMax val="5"/>
          <dgm:dir/>
          <dgm:resizeHandles val="exact"/>
        </dgm:presLayoutVars>
      </dgm:prSet>
      <dgm:spPr/>
    </dgm:pt>
    <dgm:pt modelId="{424A3D56-11E5-AE41-9B7A-CAC6992E05E7}" type="pres">
      <dgm:prSet presAssocID="{62931B0C-C1CD-4B07-B8AE-91CC6B54CE8F}" presName="dummyMaxCanvas" presStyleCnt="0">
        <dgm:presLayoutVars/>
      </dgm:prSet>
      <dgm:spPr/>
    </dgm:pt>
    <dgm:pt modelId="{BB05754B-2895-6F40-B6AB-1C1C8F4701A1}" type="pres">
      <dgm:prSet presAssocID="{62931B0C-C1CD-4B07-B8AE-91CC6B54CE8F}" presName="FiveNodes_1" presStyleLbl="node1" presStyleIdx="0" presStyleCnt="5">
        <dgm:presLayoutVars>
          <dgm:bulletEnabled val="1"/>
        </dgm:presLayoutVars>
      </dgm:prSet>
      <dgm:spPr/>
    </dgm:pt>
    <dgm:pt modelId="{4327DF36-F5E0-B140-8AAD-E055E11EBD0F}" type="pres">
      <dgm:prSet presAssocID="{62931B0C-C1CD-4B07-B8AE-91CC6B54CE8F}" presName="FiveNodes_2" presStyleLbl="node1" presStyleIdx="1" presStyleCnt="5">
        <dgm:presLayoutVars>
          <dgm:bulletEnabled val="1"/>
        </dgm:presLayoutVars>
      </dgm:prSet>
      <dgm:spPr/>
    </dgm:pt>
    <dgm:pt modelId="{D37841F0-F957-9644-AF00-02DB8599718A}" type="pres">
      <dgm:prSet presAssocID="{62931B0C-C1CD-4B07-B8AE-91CC6B54CE8F}" presName="FiveNodes_3" presStyleLbl="node1" presStyleIdx="2" presStyleCnt="5">
        <dgm:presLayoutVars>
          <dgm:bulletEnabled val="1"/>
        </dgm:presLayoutVars>
      </dgm:prSet>
      <dgm:spPr/>
    </dgm:pt>
    <dgm:pt modelId="{1A0498E0-6CCE-5E4A-99D0-9887FE936C6E}" type="pres">
      <dgm:prSet presAssocID="{62931B0C-C1CD-4B07-B8AE-91CC6B54CE8F}" presName="FiveNodes_4" presStyleLbl="node1" presStyleIdx="3" presStyleCnt="5">
        <dgm:presLayoutVars>
          <dgm:bulletEnabled val="1"/>
        </dgm:presLayoutVars>
      </dgm:prSet>
      <dgm:spPr/>
    </dgm:pt>
    <dgm:pt modelId="{F6558336-5B7B-C849-98CD-2C7D7052F763}" type="pres">
      <dgm:prSet presAssocID="{62931B0C-C1CD-4B07-B8AE-91CC6B54CE8F}" presName="FiveNodes_5" presStyleLbl="node1" presStyleIdx="4" presStyleCnt="5">
        <dgm:presLayoutVars>
          <dgm:bulletEnabled val="1"/>
        </dgm:presLayoutVars>
      </dgm:prSet>
      <dgm:spPr/>
    </dgm:pt>
    <dgm:pt modelId="{02F5A09A-DABA-344F-AA50-E5EBF66EE6D8}" type="pres">
      <dgm:prSet presAssocID="{62931B0C-C1CD-4B07-B8AE-91CC6B54CE8F}" presName="FiveConn_1-2" presStyleLbl="fgAccFollowNode1" presStyleIdx="0" presStyleCnt="4">
        <dgm:presLayoutVars>
          <dgm:bulletEnabled val="1"/>
        </dgm:presLayoutVars>
      </dgm:prSet>
      <dgm:spPr/>
    </dgm:pt>
    <dgm:pt modelId="{231663DB-8199-6845-AF4E-617E61335330}" type="pres">
      <dgm:prSet presAssocID="{62931B0C-C1CD-4B07-B8AE-91CC6B54CE8F}" presName="FiveConn_2-3" presStyleLbl="fgAccFollowNode1" presStyleIdx="1" presStyleCnt="4">
        <dgm:presLayoutVars>
          <dgm:bulletEnabled val="1"/>
        </dgm:presLayoutVars>
      </dgm:prSet>
      <dgm:spPr/>
    </dgm:pt>
    <dgm:pt modelId="{D2F88097-ADCE-C44C-A982-546D8FC64AD4}" type="pres">
      <dgm:prSet presAssocID="{62931B0C-C1CD-4B07-B8AE-91CC6B54CE8F}" presName="FiveConn_3-4" presStyleLbl="fgAccFollowNode1" presStyleIdx="2" presStyleCnt="4">
        <dgm:presLayoutVars>
          <dgm:bulletEnabled val="1"/>
        </dgm:presLayoutVars>
      </dgm:prSet>
      <dgm:spPr/>
    </dgm:pt>
    <dgm:pt modelId="{7DACC96A-FC13-794D-9EE3-99EDF8C45CD2}" type="pres">
      <dgm:prSet presAssocID="{62931B0C-C1CD-4B07-B8AE-91CC6B54CE8F}" presName="FiveConn_4-5" presStyleLbl="fgAccFollowNode1" presStyleIdx="3" presStyleCnt="4">
        <dgm:presLayoutVars>
          <dgm:bulletEnabled val="1"/>
        </dgm:presLayoutVars>
      </dgm:prSet>
      <dgm:spPr/>
    </dgm:pt>
    <dgm:pt modelId="{48504E27-1172-7047-A3C2-205E3D4560BD}" type="pres">
      <dgm:prSet presAssocID="{62931B0C-C1CD-4B07-B8AE-91CC6B54CE8F}" presName="FiveNodes_1_text" presStyleLbl="node1" presStyleIdx="4" presStyleCnt="5">
        <dgm:presLayoutVars>
          <dgm:bulletEnabled val="1"/>
        </dgm:presLayoutVars>
      </dgm:prSet>
      <dgm:spPr/>
    </dgm:pt>
    <dgm:pt modelId="{DE9E9036-E84B-094C-AA61-D49176CC3D60}" type="pres">
      <dgm:prSet presAssocID="{62931B0C-C1CD-4B07-B8AE-91CC6B54CE8F}" presName="FiveNodes_2_text" presStyleLbl="node1" presStyleIdx="4" presStyleCnt="5">
        <dgm:presLayoutVars>
          <dgm:bulletEnabled val="1"/>
        </dgm:presLayoutVars>
      </dgm:prSet>
      <dgm:spPr/>
    </dgm:pt>
    <dgm:pt modelId="{E3CD8C92-A981-3C40-B15A-9D7F16A8D273}" type="pres">
      <dgm:prSet presAssocID="{62931B0C-C1CD-4B07-B8AE-91CC6B54CE8F}" presName="FiveNodes_3_text" presStyleLbl="node1" presStyleIdx="4" presStyleCnt="5">
        <dgm:presLayoutVars>
          <dgm:bulletEnabled val="1"/>
        </dgm:presLayoutVars>
      </dgm:prSet>
      <dgm:spPr/>
    </dgm:pt>
    <dgm:pt modelId="{EC24B4BB-3954-C84A-AF6A-342C240584AA}" type="pres">
      <dgm:prSet presAssocID="{62931B0C-C1CD-4B07-B8AE-91CC6B54CE8F}" presName="FiveNodes_4_text" presStyleLbl="node1" presStyleIdx="4" presStyleCnt="5">
        <dgm:presLayoutVars>
          <dgm:bulletEnabled val="1"/>
        </dgm:presLayoutVars>
      </dgm:prSet>
      <dgm:spPr/>
    </dgm:pt>
    <dgm:pt modelId="{497D482D-E07F-E745-B2D0-09F86295DFE4}" type="pres">
      <dgm:prSet presAssocID="{62931B0C-C1CD-4B07-B8AE-91CC6B54CE8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01B0022-55C9-A84F-9433-60F7EF429CD4}" type="presOf" srcId="{E4AC3FAE-1A59-4EC9-9B05-E98B9108C39A}" destId="{D37841F0-F957-9644-AF00-02DB8599718A}" srcOrd="0" destOrd="0" presId="urn:microsoft.com/office/officeart/2005/8/layout/vProcess5"/>
    <dgm:cxn modelId="{96835122-1014-4E0A-BBCD-B8DF1E048928}" srcId="{62931B0C-C1CD-4B07-B8AE-91CC6B54CE8F}" destId="{1EA5DDC2-D5F5-4615-9317-CE754C850F4B}" srcOrd="1" destOrd="0" parTransId="{06BE8920-59AA-40DA-A6EC-B9BA2FDAD8B4}" sibTransId="{EBF2180D-E791-4D07-928A-C549FFBA672F}"/>
    <dgm:cxn modelId="{0039CD36-8218-2F49-976F-FB40850B36C8}" type="presOf" srcId="{D9CB050A-192B-42B2-B01C-64C40922661C}" destId="{7DACC96A-FC13-794D-9EE3-99EDF8C45CD2}" srcOrd="0" destOrd="0" presId="urn:microsoft.com/office/officeart/2005/8/layout/vProcess5"/>
    <dgm:cxn modelId="{200DBD38-393A-B441-9EA3-A4FC9D7E2DF2}" type="presOf" srcId="{1EA5DDC2-D5F5-4615-9317-CE754C850F4B}" destId="{DE9E9036-E84B-094C-AA61-D49176CC3D60}" srcOrd="1" destOrd="0" presId="urn:microsoft.com/office/officeart/2005/8/layout/vProcess5"/>
    <dgm:cxn modelId="{4883CB3C-2EBB-2740-BA85-17BF7919D410}" type="presOf" srcId="{E6828791-563F-4F53-965E-2C7DA2B0D930}" destId="{D2F88097-ADCE-C44C-A982-546D8FC64AD4}" srcOrd="0" destOrd="0" presId="urn:microsoft.com/office/officeart/2005/8/layout/vProcess5"/>
    <dgm:cxn modelId="{28C5006C-CEED-4AAB-A06C-A482731DBFBE}" srcId="{62931B0C-C1CD-4B07-B8AE-91CC6B54CE8F}" destId="{0E599378-E255-40DA-9EDF-1675759E67C8}" srcOrd="0" destOrd="0" parTransId="{7593FA2F-06D2-477D-BD3E-E1CF6815B5D9}" sibTransId="{CCD2ECD3-291E-49FA-8FF8-FB0FCD7C1237}"/>
    <dgm:cxn modelId="{8491BB6F-A74E-0B4E-9DA3-F680F95FB2B2}" type="presOf" srcId="{CCD2ECD3-291E-49FA-8FF8-FB0FCD7C1237}" destId="{02F5A09A-DABA-344F-AA50-E5EBF66EE6D8}" srcOrd="0" destOrd="0" presId="urn:microsoft.com/office/officeart/2005/8/layout/vProcess5"/>
    <dgm:cxn modelId="{9776C376-FA22-46ED-9839-3604DF84B470}" srcId="{62931B0C-C1CD-4B07-B8AE-91CC6B54CE8F}" destId="{E4AC3FAE-1A59-4EC9-9B05-E98B9108C39A}" srcOrd="2" destOrd="0" parTransId="{B1C425A0-721D-4538-89AF-9534F7011884}" sibTransId="{E6828791-563F-4F53-965E-2C7DA2B0D930}"/>
    <dgm:cxn modelId="{FED8C879-236B-F64A-A4B2-9F7B41A8EA4B}" type="presOf" srcId="{2638C50E-F390-40E3-AA7C-2867C3A4332C}" destId="{F6558336-5B7B-C849-98CD-2C7D7052F763}" srcOrd="0" destOrd="0" presId="urn:microsoft.com/office/officeart/2005/8/layout/vProcess5"/>
    <dgm:cxn modelId="{F74A7994-B7AB-EE4E-A2C5-AFE04B496118}" type="presOf" srcId="{0E599378-E255-40DA-9EDF-1675759E67C8}" destId="{48504E27-1172-7047-A3C2-205E3D4560BD}" srcOrd="1" destOrd="0" presId="urn:microsoft.com/office/officeart/2005/8/layout/vProcess5"/>
    <dgm:cxn modelId="{4DBE949B-077E-425B-89E0-719077705540}" srcId="{62931B0C-C1CD-4B07-B8AE-91CC6B54CE8F}" destId="{2638C50E-F390-40E3-AA7C-2867C3A4332C}" srcOrd="4" destOrd="0" parTransId="{D504652C-E4FC-41C4-9132-D3124D8C40BA}" sibTransId="{2200E172-FC75-4C36-85DD-8EFFCB1BFA19}"/>
    <dgm:cxn modelId="{F791A8B2-521F-314D-BB06-ADD02EB159D8}" type="presOf" srcId="{E4AC3FAE-1A59-4EC9-9B05-E98B9108C39A}" destId="{E3CD8C92-A981-3C40-B15A-9D7F16A8D273}" srcOrd="1" destOrd="0" presId="urn:microsoft.com/office/officeart/2005/8/layout/vProcess5"/>
    <dgm:cxn modelId="{E34231B6-2FF5-AF43-84BB-E462609AE7C0}" type="presOf" srcId="{62931B0C-C1CD-4B07-B8AE-91CC6B54CE8F}" destId="{F3CC0262-4E93-474E-82E1-308F5496A9D2}" srcOrd="0" destOrd="0" presId="urn:microsoft.com/office/officeart/2005/8/layout/vProcess5"/>
    <dgm:cxn modelId="{0789C7B9-F44B-C940-8C10-AF3B91BD28D6}" type="presOf" srcId="{353FABD3-7BF1-4F6B-8DC3-7D701F742EAC}" destId="{EC24B4BB-3954-C84A-AF6A-342C240584AA}" srcOrd="1" destOrd="0" presId="urn:microsoft.com/office/officeart/2005/8/layout/vProcess5"/>
    <dgm:cxn modelId="{A0B18CBB-8B65-2446-8B74-FC99B4AC91D5}" type="presOf" srcId="{0E599378-E255-40DA-9EDF-1675759E67C8}" destId="{BB05754B-2895-6F40-B6AB-1C1C8F4701A1}" srcOrd="0" destOrd="0" presId="urn:microsoft.com/office/officeart/2005/8/layout/vProcess5"/>
    <dgm:cxn modelId="{A79B47C0-2BC2-174F-B460-CCE169AA96E9}" type="presOf" srcId="{1EA5DDC2-D5F5-4615-9317-CE754C850F4B}" destId="{4327DF36-F5E0-B140-8AAD-E055E11EBD0F}" srcOrd="0" destOrd="0" presId="urn:microsoft.com/office/officeart/2005/8/layout/vProcess5"/>
    <dgm:cxn modelId="{1308DED6-57C9-C24F-B9EA-859FD393F07C}" type="presOf" srcId="{EBF2180D-E791-4D07-928A-C549FFBA672F}" destId="{231663DB-8199-6845-AF4E-617E61335330}" srcOrd="0" destOrd="0" presId="urn:microsoft.com/office/officeart/2005/8/layout/vProcess5"/>
    <dgm:cxn modelId="{BD775BDB-3502-CC44-8011-EB0B276EA701}" type="presOf" srcId="{2638C50E-F390-40E3-AA7C-2867C3A4332C}" destId="{497D482D-E07F-E745-B2D0-09F86295DFE4}" srcOrd="1" destOrd="0" presId="urn:microsoft.com/office/officeart/2005/8/layout/vProcess5"/>
    <dgm:cxn modelId="{6DC9D0DE-EBBB-A045-B8B9-0A597A2A2986}" type="presOf" srcId="{353FABD3-7BF1-4F6B-8DC3-7D701F742EAC}" destId="{1A0498E0-6CCE-5E4A-99D0-9887FE936C6E}" srcOrd="0" destOrd="0" presId="urn:microsoft.com/office/officeart/2005/8/layout/vProcess5"/>
    <dgm:cxn modelId="{5F632FE7-7E59-4041-8BC8-70F9077DE187}" srcId="{62931B0C-C1CD-4B07-B8AE-91CC6B54CE8F}" destId="{353FABD3-7BF1-4F6B-8DC3-7D701F742EAC}" srcOrd="3" destOrd="0" parTransId="{4D70C7C1-EF17-49F6-90DD-0C6C244B6A97}" sibTransId="{D9CB050A-192B-42B2-B01C-64C40922661C}"/>
    <dgm:cxn modelId="{F433D31D-48D5-B04F-96E7-C33F45B30D41}" type="presParOf" srcId="{F3CC0262-4E93-474E-82E1-308F5496A9D2}" destId="{424A3D56-11E5-AE41-9B7A-CAC6992E05E7}" srcOrd="0" destOrd="0" presId="urn:microsoft.com/office/officeart/2005/8/layout/vProcess5"/>
    <dgm:cxn modelId="{926FB620-54A0-E34C-A8E7-0EC686DE5214}" type="presParOf" srcId="{F3CC0262-4E93-474E-82E1-308F5496A9D2}" destId="{BB05754B-2895-6F40-B6AB-1C1C8F4701A1}" srcOrd="1" destOrd="0" presId="urn:microsoft.com/office/officeart/2005/8/layout/vProcess5"/>
    <dgm:cxn modelId="{3DE22959-F7E4-744F-A3E3-7B7A96093F04}" type="presParOf" srcId="{F3CC0262-4E93-474E-82E1-308F5496A9D2}" destId="{4327DF36-F5E0-B140-8AAD-E055E11EBD0F}" srcOrd="2" destOrd="0" presId="urn:microsoft.com/office/officeart/2005/8/layout/vProcess5"/>
    <dgm:cxn modelId="{0C766909-306F-9E4D-85C1-AB2168BC4691}" type="presParOf" srcId="{F3CC0262-4E93-474E-82E1-308F5496A9D2}" destId="{D37841F0-F957-9644-AF00-02DB8599718A}" srcOrd="3" destOrd="0" presId="urn:microsoft.com/office/officeart/2005/8/layout/vProcess5"/>
    <dgm:cxn modelId="{3060EFF4-B7F5-0847-92BC-CC1A45F86D40}" type="presParOf" srcId="{F3CC0262-4E93-474E-82E1-308F5496A9D2}" destId="{1A0498E0-6CCE-5E4A-99D0-9887FE936C6E}" srcOrd="4" destOrd="0" presId="urn:microsoft.com/office/officeart/2005/8/layout/vProcess5"/>
    <dgm:cxn modelId="{43C7B893-5130-C341-B014-36B5DF3B6FDF}" type="presParOf" srcId="{F3CC0262-4E93-474E-82E1-308F5496A9D2}" destId="{F6558336-5B7B-C849-98CD-2C7D7052F763}" srcOrd="5" destOrd="0" presId="urn:microsoft.com/office/officeart/2005/8/layout/vProcess5"/>
    <dgm:cxn modelId="{5AC19652-82C2-6A45-A44A-A26CC69B0AFE}" type="presParOf" srcId="{F3CC0262-4E93-474E-82E1-308F5496A9D2}" destId="{02F5A09A-DABA-344F-AA50-E5EBF66EE6D8}" srcOrd="6" destOrd="0" presId="urn:microsoft.com/office/officeart/2005/8/layout/vProcess5"/>
    <dgm:cxn modelId="{13BCADDD-CA90-274E-A460-B683D4D4A5F4}" type="presParOf" srcId="{F3CC0262-4E93-474E-82E1-308F5496A9D2}" destId="{231663DB-8199-6845-AF4E-617E61335330}" srcOrd="7" destOrd="0" presId="urn:microsoft.com/office/officeart/2005/8/layout/vProcess5"/>
    <dgm:cxn modelId="{5F987D34-2EF8-194B-BE53-E9BB3B757DCD}" type="presParOf" srcId="{F3CC0262-4E93-474E-82E1-308F5496A9D2}" destId="{D2F88097-ADCE-C44C-A982-546D8FC64AD4}" srcOrd="8" destOrd="0" presId="urn:microsoft.com/office/officeart/2005/8/layout/vProcess5"/>
    <dgm:cxn modelId="{D4D1C12B-101B-9B47-92AD-21F8D4C1F451}" type="presParOf" srcId="{F3CC0262-4E93-474E-82E1-308F5496A9D2}" destId="{7DACC96A-FC13-794D-9EE3-99EDF8C45CD2}" srcOrd="9" destOrd="0" presId="urn:microsoft.com/office/officeart/2005/8/layout/vProcess5"/>
    <dgm:cxn modelId="{E06A946B-685D-2845-99AE-D8BAF465552C}" type="presParOf" srcId="{F3CC0262-4E93-474E-82E1-308F5496A9D2}" destId="{48504E27-1172-7047-A3C2-205E3D4560BD}" srcOrd="10" destOrd="0" presId="urn:microsoft.com/office/officeart/2005/8/layout/vProcess5"/>
    <dgm:cxn modelId="{7B5F70D4-F9A5-FE4F-A44A-D65AF6AC629A}" type="presParOf" srcId="{F3CC0262-4E93-474E-82E1-308F5496A9D2}" destId="{DE9E9036-E84B-094C-AA61-D49176CC3D60}" srcOrd="11" destOrd="0" presId="urn:microsoft.com/office/officeart/2005/8/layout/vProcess5"/>
    <dgm:cxn modelId="{BE3DA65F-9536-F440-9266-5CC362AE64BB}" type="presParOf" srcId="{F3CC0262-4E93-474E-82E1-308F5496A9D2}" destId="{E3CD8C92-A981-3C40-B15A-9D7F16A8D273}" srcOrd="12" destOrd="0" presId="urn:microsoft.com/office/officeart/2005/8/layout/vProcess5"/>
    <dgm:cxn modelId="{BB5C8B28-5891-9D42-8FA2-D806D432459C}" type="presParOf" srcId="{F3CC0262-4E93-474E-82E1-308F5496A9D2}" destId="{EC24B4BB-3954-C84A-AF6A-342C240584AA}" srcOrd="13" destOrd="0" presId="urn:microsoft.com/office/officeart/2005/8/layout/vProcess5"/>
    <dgm:cxn modelId="{BDD58404-82DF-9245-A38C-245BA535D5E3}" type="presParOf" srcId="{F3CC0262-4E93-474E-82E1-308F5496A9D2}" destId="{497D482D-E07F-E745-B2D0-09F86295DFE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B9C41F-DEAB-4699-89E6-553DB892B350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6F047D-EB3F-49C2-92CD-3A99B70F04F2}">
      <dgm:prSet/>
      <dgm:spPr/>
      <dgm:t>
        <a:bodyPr/>
        <a:lstStyle/>
        <a:p>
          <a:r>
            <a:rPr lang="en-US"/>
            <a:t>Top left buttons show all three hospitals; each chart aggregates chain‑wide.</a:t>
          </a:r>
        </a:p>
      </dgm:t>
    </dgm:pt>
    <dgm:pt modelId="{6405DEF0-3777-4CB1-B430-3598B9FAE991}" type="parTrans" cxnId="{448F4812-33CB-4003-9330-9B99DC7D1AA7}">
      <dgm:prSet/>
      <dgm:spPr/>
      <dgm:t>
        <a:bodyPr/>
        <a:lstStyle/>
        <a:p>
          <a:endParaRPr lang="en-US"/>
        </a:p>
      </dgm:t>
    </dgm:pt>
    <dgm:pt modelId="{7E4905B9-6F68-4A92-89DA-F6945C1516EE}" type="sibTrans" cxnId="{448F4812-33CB-4003-9330-9B99DC7D1AA7}">
      <dgm:prSet/>
      <dgm:spPr/>
      <dgm:t>
        <a:bodyPr/>
        <a:lstStyle/>
        <a:p>
          <a:endParaRPr lang="en-US"/>
        </a:p>
      </dgm:t>
    </dgm:pt>
    <dgm:pt modelId="{3041FC9C-3134-41DC-8E3D-DF4BE936C0ED}">
      <dgm:prSet/>
      <dgm:spPr/>
      <dgm:t>
        <a:bodyPr/>
        <a:lstStyle/>
        <a:p>
          <a:r>
            <a:rPr lang="en-US"/>
            <a:t>Purple area = admissions; blue line = bed occupancy. Gap shows unused capacity.</a:t>
          </a:r>
        </a:p>
      </dgm:t>
    </dgm:pt>
    <dgm:pt modelId="{EE0E4067-3C1A-4C70-929A-A0840167EA43}" type="parTrans" cxnId="{88DDEF66-ABA0-4589-A2F1-2194605D8ECB}">
      <dgm:prSet/>
      <dgm:spPr/>
      <dgm:t>
        <a:bodyPr/>
        <a:lstStyle/>
        <a:p>
          <a:endParaRPr lang="en-US"/>
        </a:p>
      </dgm:t>
    </dgm:pt>
    <dgm:pt modelId="{2E029BC8-84D5-4EF2-8A72-689A179EC4DA}" type="sibTrans" cxnId="{88DDEF66-ABA0-4589-A2F1-2194605D8ECB}">
      <dgm:prSet/>
      <dgm:spPr/>
      <dgm:t>
        <a:bodyPr/>
        <a:lstStyle/>
        <a:p>
          <a:endParaRPr lang="en-US"/>
        </a:p>
      </dgm:t>
    </dgm:pt>
    <dgm:pt modelId="{1B49898F-837C-4555-AD38-428EE8422E6E}">
      <dgm:prSet/>
      <dgm:spPr/>
      <dgm:t>
        <a:bodyPr/>
        <a:lstStyle/>
        <a:p>
          <a:r>
            <a:rPr lang="en-US"/>
            <a:t>Staff‑to‑patient ratio card (0.45) signals moderate staffing – aim for ≥ 0.5.</a:t>
          </a:r>
        </a:p>
      </dgm:t>
    </dgm:pt>
    <dgm:pt modelId="{5C3373C0-E018-4274-AA81-277B843D4A5A}" type="parTrans" cxnId="{32849C8C-183E-4803-814E-D7187492BE95}">
      <dgm:prSet/>
      <dgm:spPr/>
      <dgm:t>
        <a:bodyPr/>
        <a:lstStyle/>
        <a:p>
          <a:endParaRPr lang="en-US"/>
        </a:p>
      </dgm:t>
    </dgm:pt>
    <dgm:pt modelId="{8FCC82E9-F424-4844-934A-54F01167651B}" type="sibTrans" cxnId="{32849C8C-183E-4803-814E-D7187492BE95}">
      <dgm:prSet/>
      <dgm:spPr/>
      <dgm:t>
        <a:bodyPr/>
        <a:lstStyle/>
        <a:p>
          <a:endParaRPr lang="en-US"/>
        </a:p>
      </dgm:t>
    </dgm:pt>
    <dgm:pt modelId="{DC0DBB20-3C9D-4EFC-AA97-B40D3C1FD24C}">
      <dgm:prSet/>
      <dgm:spPr/>
      <dgm:t>
        <a:bodyPr/>
        <a:lstStyle/>
        <a:p>
          <a:r>
            <a:rPr lang="en-US"/>
            <a:t>Column + line chart compares monthly active patients (bars) to staff on duty (black line).</a:t>
          </a:r>
        </a:p>
      </dgm:t>
    </dgm:pt>
    <dgm:pt modelId="{6095C640-7810-4BBE-A351-2CBC6A1ADC2D}" type="parTrans" cxnId="{ECF529E2-041E-4887-874A-81EF7B5C19D1}">
      <dgm:prSet/>
      <dgm:spPr/>
      <dgm:t>
        <a:bodyPr/>
        <a:lstStyle/>
        <a:p>
          <a:endParaRPr lang="en-US"/>
        </a:p>
      </dgm:t>
    </dgm:pt>
    <dgm:pt modelId="{821A8043-07F5-4DF8-99BD-F9F4413BF74F}" type="sibTrans" cxnId="{ECF529E2-041E-4887-874A-81EF7B5C19D1}">
      <dgm:prSet/>
      <dgm:spPr/>
      <dgm:t>
        <a:bodyPr/>
        <a:lstStyle/>
        <a:p>
          <a:endParaRPr lang="en-US"/>
        </a:p>
      </dgm:t>
    </dgm:pt>
    <dgm:pt modelId="{866D60CA-DE5C-4427-A974-D77343BC988A}">
      <dgm:prSet/>
      <dgm:spPr/>
      <dgm:t>
        <a:bodyPr/>
        <a:lstStyle/>
        <a:p>
          <a:r>
            <a:rPr lang="en-US"/>
            <a:t>Horizontal bars list average beds occupied vs staff per month – easy to spot seasonal peaks.</a:t>
          </a:r>
        </a:p>
      </dgm:t>
    </dgm:pt>
    <dgm:pt modelId="{2A6F23DC-2909-4031-AB9F-7E43ED77EBCF}" type="parTrans" cxnId="{987AE192-073E-4405-8124-2FF6F9BF4105}">
      <dgm:prSet/>
      <dgm:spPr/>
      <dgm:t>
        <a:bodyPr/>
        <a:lstStyle/>
        <a:p>
          <a:endParaRPr lang="en-US"/>
        </a:p>
      </dgm:t>
    </dgm:pt>
    <dgm:pt modelId="{E1415585-1A71-4DD9-91FD-0E923ED066B0}" type="sibTrans" cxnId="{987AE192-073E-4405-8124-2FF6F9BF4105}">
      <dgm:prSet/>
      <dgm:spPr/>
      <dgm:t>
        <a:bodyPr/>
        <a:lstStyle/>
        <a:p>
          <a:endParaRPr lang="en-US"/>
        </a:p>
      </dgm:t>
    </dgm:pt>
    <dgm:pt modelId="{C5D3C297-7C9F-8A41-BAD3-A1EE045E1EDB}" type="pres">
      <dgm:prSet presAssocID="{A3B9C41F-DEAB-4699-89E6-553DB892B350}" presName="outerComposite" presStyleCnt="0">
        <dgm:presLayoutVars>
          <dgm:chMax val="5"/>
          <dgm:dir/>
          <dgm:resizeHandles val="exact"/>
        </dgm:presLayoutVars>
      </dgm:prSet>
      <dgm:spPr/>
    </dgm:pt>
    <dgm:pt modelId="{4C7C4D3A-5080-5740-92D9-37AE0360A432}" type="pres">
      <dgm:prSet presAssocID="{A3B9C41F-DEAB-4699-89E6-553DB892B350}" presName="dummyMaxCanvas" presStyleCnt="0">
        <dgm:presLayoutVars/>
      </dgm:prSet>
      <dgm:spPr/>
    </dgm:pt>
    <dgm:pt modelId="{57AC26D5-EB3E-2B4F-B4A5-5E796E3D3A9C}" type="pres">
      <dgm:prSet presAssocID="{A3B9C41F-DEAB-4699-89E6-553DB892B350}" presName="FiveNodes_1" presStyleLbl="node1" presStyleIdx="0" presStyleCnt="5">
        <dgm:presLayoutVars>
          <dgm:bulletEnabled val="1"/>
        </dgm:presLayoutVars>
      </dgm:prSet>
      <dgm:spPr/>
    </dgm:pt>
    <dgm:pt modelId="{30C135C7-6DEA-0D41-94B6-4D63CB63AE2C}" type="pres">
      <dgm:prSet presAssocID="{A3B9C41F-DEAB-4699-89E6-553DB892B350}" presName="FiveNodes_2" presStyleLbl="node1" presStyleIdx="1" presStyleCnt="5">
        <dgm:presLayoutVars>
          <dgm:bulletEnabled val="1"/>
        </dgm:presLayoutVars>
      </dgm:prSet>
      <dgm:spPr/>
    </dgm:pt>
    <dgm:pt modelId="{57D4CC7A-5313-1642-A54F-29ED4D73C151}" type="pres">
      <dgm:prSet presAssocID="{A3B9C41F-DEAB-4699-89E6-553DB892B350}" presName="FiveNodes_3" presStyleLbl="node1" presStyleIdx="2" presStyleCnt="5">
        <dgm:presLayoutVars>
          <dgm:bulletEnabled val="1"/>
        </dgm:presLayoutVars>
      </dgm:prSet>
      <dgm:spPr/>
    </dgm:pt>
    <dgm:pt modelId="{B8DFC7AE-0AF6-3F46-814E-9A3C66FE63D7}" type="pres">
      <dgm:prSet presAssocID="{A3B9C41F-DEAB-4699-89E6-553DB892B350}" presName="FiveNodes_4" presStyleLbl="node1" presStyleIdx="3" presStyleCnt="5">
        <dgm:presLayoutVars>
          <dgm:bulletEnabled val="1"/>
        </dgm:presLayoutVars>
      </dgm:prSet>
      <dgm:spPr/>
    </dgm:pt>
    <dgm:pt modelId="{F9FDA9B7-9DB1-5944-90C1-BB5801B2304C}" type="pres">
      <dgm:prSet presAssocID="{A3B9C41F-DEAB-4699-89E6-553DB892B350}" presName="FiveNodes_5" presStyleLbl="node1" presStyleIdx="4" presStyleCnt="5">
        <dgm:presLayoutVars>
          <dgm:bulletEnabled val="1"/>
        </dgm:presLayoutVars>
      </dgm:prSet>
      <dgm:spPr/>
    </dgm:pt>
    <dgm:pt modelId="{80A102CF-11F5-D94A-B29D-0D9B7D9DB019}" type="pres">
      <dgm:prSet presAssocID="{A3B9C41F-DEAB-4699-89E6-553DB892B350}" presName="FiveConn_1-2" presStyleLbl="fgAccFollowNode1" presStyleIdx="0" presStyleCnt="4">
        <dgm:presLayoutVars>
          <dgm:bulletEnabled val="1"/>
        </dgm:presLayoutVars>
      </dgm:prSet>
      <dgm:spPr/>
    </dgm:pt>
    <dgm:pt modelId="{1DF37DAF-4876-094D-8FD0-5ACA04C3F6DD}" type="pres">
      <dgm:prSet presAssocID="{A3B9C41F-DEAB-4699-89E6-553DB892B350}" presName="FiveConn_2-3" presStyleLbl="fgAccFollowNode1" presStyleIdx="1" presStyleCnt="4">
        <dgm:presLayoutVars>
          <dgm:bulletEnabled val="1"/>
        </dgm:presLayoutVars>
      </dgm:prSet>
      <dgm:spPr/>
    </dgm:pt>
    <dgm:pt modelId="{5D560F55-0E26-B742-B8A4-37D78AB659E2}" type="pres">
      <dgm:prSet presAssocID="{A3B9C41F-DEAB-4699-89E6-553DB892B350}" presName="FiveConn_3-4" presStyleLbl="fgAccFollowNode1" presStyleIdx="2" presStyleCnt="4">
        <dgm:presLayoutVars>
          <dgm:bulletEnabled val="1"/>
        </dgm:presLayoutVars>
      </dgm:prSet>
      <dgm:spPr/>
    </dgm:pt>
    <dgm:pt modelId="{B267E7E1-FC67-EA4F-ABB3-D5A0363ABEC4}" type="pres">
      <dgm:prSet presAssocID="{A3B9C41F-DEAB-4699-89E6-553DB892B350}" presName="FiveConn_4-5" presStyleLbl="fgAccFollowNode1" presStyleIdx="3" presStyleCnt="4">
        <dgm:presLayoutVars>
          <dgm:bulletEnabled val="1"/>
        </dgm:presLayoutVars>
      </dgm:prSet>
      <dgm:spPr/>
    </dgm:pt>
    <dgm:pt modelId="{3DDF336E-46F3-E245-A944-73B55FD69BFC}" type="pres">
      <dgm:prSet presAssocID="{A3B9C41F-DEAB-4699-89E6-553DB892B350}" presName="FiveNodes_1_text" presStyleLbl="node1" presStyleIdx="4" presStyleCnt="5">
        <dgm:presLayoutVars>
          <dgm:bulletEnabled val="1"/>
        </dgm:presLayoutVars>
      </dgm:prSet>
      <dgm:spPr/>
    </dgm:pt>
    <dgm:pt modelId="{3A0E8A38-F344-FB42-A49E-6A21723E9B44}" type="pres">
      <dgm:prSet presAssocID="{A3B9C41F-DEAB-4699-89E6-553DB892B350}" presName="FiveNodes_2_text" presStyleLbl="node1" presStyleIdx="4" presStyleCnt="5">
        <dgm:presLayoutVars>
          <dgm:bulletEnabled val="1"/>
        </dgm:presLayoutVars>
      </dgm:prSet>
      <dgm:spPr/>
    </dgm:pt>
    <dgm:pt modelId="{895C4BC7-317F-EE49-A68A-08AE98CF9BBC}" type="pres">
      <dgm:prSet presAssocID="{A3B9C41F-DEAB-4699-89E6-553DB892B350}" presName="FiveNodes_3_text" presStyleLbl="node1" presStyleIdx="4" presStyleCnt="5">
        <dgm:presLayoutVars>
          <dgm:bulletEnabled val="1"/>
        </dgm:presLayoutVars>
      </dgm:prSet>
      <dgm:spPr/>
    </dgm:pt>
    <dgm:pt modelId="{99D5EF30-FB0C-1C48-879B-370F1B71AC8E}" type="pres">
      <dgm:prSet presAssocID="{A3B9C41F-DEAB-4699-89E6-553DB892B350}" presName="FiveNodes_4_text" presStyleLbl="node1" presStyleIdx="4" presStyleCnt="5">
        <dgm:presLayoutVars>
          <dgm:bulletEnabled val="1"/>
        </dgm:presLayoutVars>
      </dgm:prSet>
      <dgm:spPr/>
    </dgm:pt>
    <dgm:pt modelId="{42B16C2B-A1E3-B446-A92D-080EEA50158F}" type="pres">
      <dgm:prSet presAssocID="{A3B9C41F-DEAB-4699-89E6-553DB892B35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920F510-04B4-A64F-9099-5B49FA0797A8}" type="presOf" srcId="{821A8043-07F5-4DF8-99BD-F9F4413BF74F}" destId="{B267E7E1-FC67-EA4F-ABB3-D5A0363ABEC4}" srcOrd="0" destOrd="0" presId="urn:microsoft.com/office/officeart/2005/8/layout/vProcess5"/>
    <dgm:cxn modelId="{448F4812-33CB-4003-9330-9B99DC7D1AA7}" srcId="{A3B9C41F-DEAB-4699-89E6-553DB892B350}" destId="{DA6F047D-EB3F-49C2-92CD-3A99B70F04F2}" srcOrd="0" destOrd="0" parTransId="{6405DEF0-3777-4CB1-B430-3598B9FAE991}" sibTransId="{7E4905B9-6F68-4A92-89DA-F6945C1516EE}"/>
    <dgm:cxn modelId="{C0CBB22B-1D3A-A44B-917B-43E9B44E840D}" type="presOf" srcId="{866D60CA-DE5C-4427-A974-D77343BC988A}" destId="{42B16C2B-A1E3-B446-A92D-080EEA50158F}" srcOrd="1" destOrd="0" presId="urn:microsoft.com/office/officeart/2005/8/layout/vProcess5"/>
    <dgm:cxn modelId="{AF880B3C-945C-584B-907C-48FE7B73FCA5}" type="presOf" srcId="{866D60CA-DE5C-4427-A974-D77343BC988A}" destId="{F9FDA9B7-9DB1-5944-90C1-BB5801B2304C}" srcOrd="0" destOrd="0" presId="urn:microsoft.com/office/officeart/2005/8/layout/vProcess5"/>
    <dgm:cxn modelId="{820A5F3F-8078-8F47-BA59-DAF15B4B56D9}" type="presOf" srcId="{7E4905B9-6F68-4A92-89DA-F6945C1516EE}" destId="{80A102CF-11F5-D94A-B29D-0D9B7D9DB019}" srcOrd="0" destOrd="0" presId="urn:microsoft.com/office/officeart/2005/8/layout/vProcess5"/>
    <dgm:cxn modelId="{E4A82B4E-DD33-F548-9CB1-08FB5D07AEF7}" type="presOf" srcId="{3041FC9C-3134-41DC-8E3D-DF4BE936C0ED}" destId="{3A0E8A38-F344-FB42-A49E-6A21723E9B44}" srcOrd="1" destOrd="0" presId="urn:microsoft.com/office/officeart/2005/8/layout/vProcess5"/>
    <dgm:cxn modelId="{46FE9452-177E-8C44-A184-32860E22A036}" type="presOf" srcId="{DA6F047D-EB3F-49C2-92CD-3A99B70F04F2}" destId="{57AC26D5-EB3E-2B4F-B4A5-5E796E3D3A9C}" srcOrd="0" destOrd="0" presId="urn:microsoft.com/office/officeart/2005/8/layout/vProcess5"/>
    <dgm:cxn modelId="{88DDEF66-ABA0-4589-A2F1-2194605D8ECB}" srcId="{A3B9C41F-DEAB-4699-89E6-553DB892B350}" destId="{3041FC9C-3134-41DC-8E3D-DF4BE936C0ED}" srcOrd="1" destOrd="0" parTransId="{EE0E4067-3C1A-4C70-929A-A0840167EA43}" sibTransId="{2E029BC8-84D5-4EF2-8A72-689A179EC4DA}"/>
    <dgm:cxn modelId="{53441369-87C1-EE44-B8B8-39169B46FA24}" type="presOf" srcId="{2E029BC8-84D5-4EF2-8A72-689A179EC4DA}" destId="{1DF37DAF-4876-094D-8FD0-5ACA04C3F6DD}" srcOrd="0" destOrd="0" presId="urn:microsoft.com/office/officeart/2005/8/layout/vProcess5"/>
    <dgm:cxn modelId="{CBB18376-B5B2-8545-AF73-0C488DB886F0}" type="presOf" srcId="{8FCC82E9-F424-4844-934A-54F01167651B}" destId="{5D560F55-0E26-B742-B8A4-37D78AB659E2}" srcOrd="0" destOrd="0" presId="urn:microsoft.com/office/officeart/2005/8/layout/vProcess5"/>
    <dgm:cxn modelId="{32849C8C-183E-4803-814E-D7187492BE95}" srcId="{A3B9C41F-DEAB-4699-89E6-553DB892B350}" destId="{1B49898F-837C-4555-AD38-428EE8422E6E}" srcOrd="2" destOrd="0" parTransId="{5C3373C0-E018-4274-AA81-277B843D4A5A}" sibTransId="{8FCC82E9-F424-4844-934A-54F01167651B}"/>
    <dgm:cxn modelId="{987AE192-073E-4405-8124-2FF6F9BF4105}" srcId="{A3B9C41F-DEAB-4699-89E6-553DB892B350}" destId="{866D60CA-DE5C-4427-A974-D77343BC988A}" srcOrd="4" destOrd="0" parTransId="{2A6F23DC-2909-4031-AB9F-7E43ED77EBCF}" sibTransId="{E1415585-1A71-4DD9-91FD-0E923ED066B0}"/>
    <dgm:cxn modelId="{E4F9A997-D610-AE46-ADE2-25737B40A80D}" type="presOf" srcId="{1B49898F-837C-4555-AD38-428EE8422E6E}" destId="{895C4BC7-317F-EE49-A68A-08AE98CF9BBC}" srcOrd="1" destOrd="0" presId="urn:microsoft.com/office/officeart/2005/8/layout/vProcess5"/>
    <dgm:cxn modelId="{B712CDB0-D4CD-F64C-A0D3-0FA8EF599BE1}" type="presOf" srcId="{A3B9C41F-DEAB-4699-89E6-553DB892B350}" destId="{C5D3C297-7C9F-8A41-BAD3-A1EE045E1EDB}" srcOrd="0" destOrd="0" presId="urn:microsoft.com/office/officeart/2005/8/layout/vProcess5"/>
    <dgm:cxn modelId="{B9EB2CB4-6478-6D42-8002-11CAB628D4B8}" type="presOf" srcId="{DC0DBB20-3C9D-4EFC-AA97-B40D3C1FD24C}" destId="{99D5EF30-FB0C-1C48-879B-370F1B71AC8E}" srcOrd="1" destOrd="0" presId="urn:microsoft.com/office/officeart/2005/8/layout/vProcess5"/>
    <dgm:cxn modelId="{9487D7B8-001C-1344-93DB-358500BD776E}" type="presOf" srcId="{DC0DBB20-3C9D-4EFC-AA97-B40D3C1FD24C}" destId="{B8DFC7AE-0AF6-3F46-814E-9A3C66FE63D7}" srcOrd="0" destOrd="0" presId="urn:microsoft.com/office/officeart/2005/8/layout/vProcess5"/>
    <dgm:cxn modelId="{FEE48DBB-D57C-6D42-9AB0-57C92C67704C}" type="presOf" srcId="{DA6F047D-EB3F-49C2-92CD-3A99B70F04F2}" destId="{3DDF336E-46F3-E245-A944-73B55FD69BFC}" srcOrd="1" destOrd="0" presId="urn:microsoft.com/office/officeart/2005/8/layout/vProcess5"/>
    <dgm:cxn modelId="{03EEA3D6-AC1B-BB47-B4DD-7A2F8F0322D9}" type="presOf" srcId="{1B49898F-837C-4555-AD38-428EE8422E6E}" destId="{57D4CC7A-5313-1642-A54F-29ED4D73C151}" srcOrd="0" destOrd="0" presId="urn:microsoft.com/office/officeart/2005/8/layout/vProcess5"/>
    <dgm:cxn modelId="{ECF529E2-041E-4887-874A-81EF7B5C19D1}" srcId="{A3B9C41F-DEAB-4699-89E6-553DB892B350}" destId="{DC0DBB20-3C9D-4EFC-AA97-B40D3C1FD24C}" srcOrd="3" destOrd="0" parTransId="{6095C640-7810-4BBE-A351-2CBC6A1ADC2D}" sibTransId="{821A8043-07F5-4DF8-99BD-F9F4413BF74F}"/>
    <dgm:cxn modelId="{4C3EB4FC-4D79-E947-A41D-E74C46D566F1}" type="presOf" srcId="{3041FC9C-3134-41DC-8E3D-DF4BE936C0ED}" destId="{30C135C7-6DEA-0D41-94B6-4D63CB63AE2C}" srcOrd="0" destOrd="0" presId="urn:microsoft.com/office/officeart/2005/8/layout/vProcess5"/>
    <dgm:cxn modelId="{D8721C9A-28B5-1345-8D64-4087F12BDF69}" type="presParOf" srcId="{C5D3C297-7C9F-8A41-BAD3-A1EE045E1EDB}" destId="{4C7C4D3A-5080-5740-92D9-37AE0360A432}" srcOrd="0" destOrd="0" presId="urn:microsoft.com/office/officeart/2005/8/layout/vProcess5"/>
    <dgm:cxn modelId="{5FC255B7-E289-4040-9D26-BD585EC0CD79}" type="presParOf" srcId="{C5D3C297-7C9F-8A41-BAD3-A1EE045E1EDB}" destId="{57AC26D5-EB3E-2B4F-B4A5-5E796E3D3A9C}" srcOrd="1" destOrd="0" presId="urn:microsoft.com/office/officeart/2005/8/layout/vProcess5"/>
    <dgm:cxn modelId="{3E37B8FC-F29D-3644-A983-8FADFD58565E}" type="presParOf" srcId="{C5D3C297-7C9F-8A41-BAD3-A1EE045E1EDB}" destId="{30C135C7-6DEA-0D41-94B6-4D63CB63AE2C}" srcOrd="2" destOrd="0" presId="urn:microsoft.com/office/officeart/2005/8/layout/vProcess5"/>
    <dgm:cxn modelId="{028EA4DC-BEA1-7747-8687-6778D451F491}" type="presParOf" srcId="{C5D3C297-7C9F-8A41-BAD3-A1EE045E1EDB}" destId="{57D4CC7A-5313-1642-A54F-29ED4D73C151}" srcOrd="3" destOrd="0" presId="urn:microsoft.com/office/officeart/2005/8/layout/vProcess5"/>
    <dgm:cxn modelId="{21A04757-1A52-3649-B0E7-2D8C806A9155}" type="presParOf" srcId="{C5D3C297-7C9F-8A41-BAD3-A1EE045E1EDB}" destId="{B8DFC7AE-0AF6-3F46-814E-9A3C66FE63D7}" srcOrd="4" destOrd="0" presId="urn:microsoft.com/office/officeart/2005/8/layout/vProcess5"/>
    <dgm:cxn modelId="{3D0F893C-C47F-9544-B1C4-06B66FB9CA44}" type="presParOf" srcId="{C5D3C297-7C9F-8A41-BAD3-A1EE045E1EDB}" destId="{F9FDA9B7-9DB1-5944-90C1-BB5801B2304C}" srcOrd="5" destOrd="0" presId="urn:microsoft.com/office/officeart/2005/8/layout/vProcess5"/>
    <dgm:cxn modelId="{886590C2-E08D-654B-9585-3423E9B482ED}" type="presParOf" srcId="{C5D3C297-7C9F-8A41-BAD3-A1EE045E1EDB}" destId="{80A102CF-11F5-D94A-B29D-0D9B7D9DB019}" srcOrd="6" destOrd="0" presId="urn:microsoft.com/office/officeart/2005/8/layout/vProcess5"/>
    <dgm:cxn modelId="{9414C3C2-B242-6745-8545-99F6630DD849}" type="presParOf" srcId="{C5D3C297-7C9F-8A41-BAD3-A1EE045E1EDB}" destId="{1DF37DAF-4876-094D-8FD0-5ACA04C3F6DD}" srcOrd="7" destOrd="0" presId="urn:microsoft.com/office/officeart/2005/8/layout/vProcess5"/>
    <dgm:cxn modelId="{32DD42FD-B0C2-A848-8355-A36FFA75D291}" type="presParOf" srcId="{C5D3C297-7C9F-8A41-BAD3-A1EE045E1EDB}" destId="{5D560F55-0E26-B742-B8A4-37D78AB659E2}" srcOrd="8" destOrd="0" presId="urn:microsoft.com/office/officeart/2005/8/layout/vProcess5"/>
    <dgm:cxn modelId="{05A283CC-CE7C-454C-A331-9221A731878B}" type="presParOf" srcId="{C5D3C297-7C9F-8A41-BAD3-A1EE045E1EDB}" destId="{B267E7E1-FC67-EA4F-ABB3-D5A0363ABEC4}" srcOrd="9" destOrd="0" presId="urn:microsoft.com/office/officeart/2005/8/layout/vProcess5"/>
    <dgm:cxn modelId="{BC59641B-C668-7D49-B248-0970293EC838}" type="presParOf" srcId="{C5D3C297-7C9F-8A41-BAD3-A1EE045E1EDB}" destId="{3DDF336E-46F3-E245-A944-73B55FD69BFC}" srcOrd="10" destOrd="0" presId="urn:microsoft.com/office/officeart/2005/8/layout/vProcess5"/>
    <dgm:cxn modelId="{8C551E69-78CC-954C-8933-8C17CBB12EF0}" type="presParOf" srcId="{C5D3C297-7C9F-8A41-BAD3-A1EE045E1EDB}" destId="{3A0E8A38-F344-FB42-A49E-6A21723E9B44}" srcOrd="11" destOrd="0" presId="urn:microsoft.com/office/officeart/2005/8/layout/vProcess5"/>
    <dgm:cxn modelId="{6F92B999-CB77-A047-ADCE-BF6482F37096}" type="presParOf" srcId="{C5D3C297-7C9F-8A41-BAD3-A1EE045E1EDB}" destId="{895C4BC7-317F-EE49-A68A-08AE98CF9BBC}" srcOrd="12" destOrd="0" presId="urn:microsoft.com/office/officeart/2005/8/layout/vProcess5"/>
    <dgm:cxn modelId="{6BDA75F4-0F0E-0640-9E4F-ABE6865855F8}" type="presParOf" srcId="{C5D3C297-7C9F-8A41-BAD3-A1EE045E1EDB}" destId="{99D5EF30-FB0C-1C48-879B-370F1B71AC8E}" srcOrd="13" destOrd="0" presId="urn:microsoft.com/office/officeart/2005/8/layout/vProcess5"/>
    <dgm:cxn modelId="{3E5132E9-0934-304E-8635-A51C0379AD84}" type="presParOf" srcId="{C5D3C297-7C9F-8A41-BAD3-A1EE045E1EDB}" destId="{42B16C2B-A1E3-B446-A92D-080EEA50158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E90B58-405A-4363-AE63-0535CAB14B4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4B04054-27B3-43B7-AB31-1C66A39653A6}">
      <dgm:prSet/>
      <dgm:spPr/>
      <dgm:t>
        <a:bodyPr/>
        <a:lstStyle/>
        <a:p>
          <a:r>
            <a:rPr lang="en-US"/>
            <a:t>Selector highlights Green Valley in purple; other hospitals dimmed.</a:t>
          </a:r>
        </a:p>
      </dgm:t>
    </dgm:pt>
    <dgm:pt modelId="{35D0D02A-2FE7-4447-A075-4E40D55CF925}" type="parTrans" cxnId="{BE808043-07AF-40F2-80A9-B456411432D2}">
      <dgm:prSet/>
      <dgm:spPr/>
      <dgm:t>
        <a:bodyPr/>
        <a:lstStyle/>
        <a:p>
          <a:endParaRPr lang="en-US"/>
        </a:p>
      </dgm:t>
    </dgm:pt>
    <dgm:pt modelId="{539471D8-D1CA-41C7-84A9-29ED84718B5B}" type="sibTrans" cxnId="{BE808043-07AF-40F2-80A9-B456411432D2}">
      <dgm:prSet/>
      <dgm:spPr/>
      <dgm:t>
        <a:bodyPr/>
        <a:lstStyle/>
        <a:p>
          <a:endParaRPr lang="en-US"/>
        </a:p>
      </dgm:t>
    </dgm:pt>
    <dgm:pt modelId="{2D67BBCE-8DFE-4DF4-A78E-195D6DC1904A}">
      <dgm:prSet/>
      <dgm:spPr/>
      <dgm:t>
        <a:bodyPr/>
        <a:lstStyle/>
        <a:p>
          <a:r>
            <a:rPr lang="en-US"/>
            <a:t>Admissions vs beds chart shows July &amp; August surge (purple peak) while beds dip.</a:t>
          </a:r>
        </a:p>
      </dgm:t>
    </dgm:pt>
    <dgm:pt modelId="{D25C3996-DC59-4B1B-AF27-E65480508BD7}" type="parTrans" cxnId="{3B25D25E-D92C-408C-9DE7-E0B0B99AFCE0}">
      <dgm:prSet/>
      <dgm:spPr/>
      <dgm:t>
        <a:bodyPr/>
        <a:lstStyle/>
        <a:p>
          <a:endParaRPr lang="en-US"/>
        </a:p>
      </dgm:t>
    </dgm:pt>
    <dgm:pt modelId="{46360130-A392-42C9-91B6-E7A665CD3958}" type="sibTrans" cxnId="{3B25D25E-D92C-408C-9DE7-E0B0B99AFCE0}">
      <dgm:prSet/>
      <dgm:spPr/>
      <dgm:t>
        <a:bodyPr/>
        <a:lstStyle/>
        <a:p>
          <a:endParaRPr lang="en-US"/>
        </a:p>
      </dgm:t>
    </dgm:pt>
    <dgm:pt modelId="{4769DFF1-9ABA-428C-BB18-1EEEC261C88D}">
      <dgm:prSet/>
      <dgm:spPr/>
      <dgm:t>
        <a:bodyPr/>
        <a:lstStyle/>
        <a:p>
          <a:r>
            <a:rPr lang="en-US"/>
            <a:t>Staff‑to‑patient ratio unchanged (0.45) → Green Valley mirrors chain average.</a:t>
          </a:r>
        </a:p>
      </dgm:t>
    </dgm:pt>
    <dgm:pt modelId="{78D7D968-2019-4B99-BB66-28D05816B0BF}" type="parTrans" cxnId="{24FC21C4-3F79-4F7A-9BAC-BA7A3F97BC50}">
      <dgm:prSet/>
      <dgm:spPr/>
      <dgm:t>
        <a:bodyPr/>
        <a:lstStyle/>
        <a:p>
          <a:endParaRPr lang="en-US"/>
        </a:p>
      </dgm:t>
    </dgm:pt>
    <dgm:pt modelId="{309E7358-5CA9-49AF-B258-315A3D91DBC1}" type="sibTrans" cxnId="{24FC21C4-3F79-4F7A-9BAC-BA7A3F97BC50}">
      <dgm:prSet/>
      <dgm:spPr/>
      <dgm:t>
        <a:bodyPr/>
        <a:lstStyle/>
        <a:p>
          <a:endParaRPr lang="en-US"/>
        </a:p>
      </dgm:t>
    </dgm:pt>
    <dgm:pt modelId="{DD4586B8-2EEB-4EDF-BE9D-F35EAD386B46}">
      <dgm:prSet/>
      <dgm:spPr/>
      <dgm:t>
        <a:bodyPr/>
        <a:lstStyle/>
        <a:p>
          <a:r>
            <a:rPr lang="en-US"/>
            <a:t>Active‑vs‑Staff chart reveals staffing dip in August – possible overtime need.</a:t>
          </a:r>
        </a:p>
      </dgm:t>
    </dgm:pt>
    <dgm:pt modelId="{A4F782C8-7528-495E-9CF2-5245627181E2}" type="parTrans" cxnId="{1DD2BDD0-60FB-4DCC-B027-EB70773FC6AF}">
      <dgm:prSet/>
      <dgm:spPr/>
      <dgm:t>
        <a:bodyPr/>
        <a:lstStyle/>
        <a:p>
          <a:endParaRPr lang="en-US"/>
        </a:p>
      </dgm:t>
    </dgm:pt>
    <dgm:pt modelId="{B3E168E7-A3BF-490B-B905-AF5F2F401B10}" type="sibTrans" cxnId="{1DD2BDD0-60FB-4DCC-B027-EB70773FC6AF}">
      <dgm:prSet/>
      <dgm:spPr/>
      <dgm:t>
        <a:bodyPr/>
        <a:lstStyle/>
        <a:p>
          <a:endParaRPr lang="en-US"/>
        </a:p>
      </dgm:t>
    </dgm:pt>
    <dgm:pt modelId="{1CA99C9A-5FF4-4EC1-998D-BE6997C52194}">
      <dgm:prSet/>
      <dgm:spPr/>
      <dgm:t>
        <a:bodyPr/>
        <a:lstStyle/>
        <a:p>
          <a:r>
            <a:rPr lang="en-US"/>
            <a:t>Monthly averages: Beds and Staff nearly parallel, but September staff slightly low.</a:t>
          </a:r>
        </a:p>
      </dgm:t>
    </dgm:pt>
    <dgm:pt modelId="{0D99D193-157C-4C7C-8787-A7A0345FA7CD}" type="parTrans" cxnId="{42026A5E-7A9F-4D5D-807B-C041489EAB03}">
      <dgm:prSet/>
      <dgm:spPr/>
      <dgm:t>
        <a:bodyPr/>
        <a:lstStyle/>
        <a:p>
          <a:endParaRPr lang="en-US"/>
        </a:p>
      </dgm:t>
    </dgm:pt>
    <dgm:pt modelId="{8BDB3771-1A40-4785-B5E4-59680A917ABF}" type="sibTrans" cxnId="{42026A5E-7A9F-4D5D-807B-C041489EAB03}">
      <dgm:prSet/>
      <dgm:spPr/>
      <dgm:t>
        <a:bodyPr/>
        <a:lstStyle/>
        <a:p>
          <a:endParaRPr lang="en-US"/>
        </a:p>
      </dgm:t>
    </dgm:pt>
    <dgm:pt modelId="{4EEA26D7-176F-3C45-B57E-410EE9070EB8}" type="pres">
      <dgm:prSet presAssocID="{30E90B58-405A-4363-AE63-0535CAB14B41}" presName="outerComposite" presStyleCnt="0">
        <dgm:presLayoutVars>
          <dgm:chMax val="5"/>
          <dgm:dir/>
          <dgm:resizeHandles val="exact"/>
        </dgm:presLayoutVars>
      </dgm:prSet>
      <dgm:spPr/>
    </dgm:pt>
    <dgm:pt modelId="{45EFB84F-3BFC-794F-811D-6BBB6B7CBE42}" type="pres">
      <dgm:prSet presAssocID="{30E90B58-405A-4363-AE63-0535CAB14B41}" presName="dummyMaxCanvas" presStyleCnt="0">
        <dgm:presLayoutVars/>
      </dgm:prSet>
      <dgm:spPr/>
    </dgm:pt>
    <dgm:pt modelId="{B938D990-A722-6C43-BB6E-A12CB64B9C22}" type="pres">
      <dgm:prSet presAssocID="{30E90B58-405A-4363-AE63-0535CAB14B41}" presName="FiveNodes_1" presStyleLbl="node1" presStyleIdx="0" presStyleCnt="5">
        <dgm:presLayoutVars>
          <dgm:bulletEnabled val="1"/>
        </dgm:presLayoutVars>
      </dgm:prSet>
      <dgm:spPr/>
    </dgm:pt>
    <dgm:pt modelId="{810976DC-855E-5445-B9B2-D1B4FA65A415}" type="pres">
      <dgm:prSet presAssocID="{30E90B58-405A-4363-AE63-0535CAB14B41}" presName="FiveNodes_2" presStyleLbl="node1" presStyleIdx="1" presStyleCnt="5">
        <dgm:presLayoutVars>
          <dgm:bulletEnabled val="1"/>
        </dgm:presLayoutVars>
      </dgm:prSet>
      <dgm:spPr/>
    </dgm:pt>
    <dgm:pt modelId="{14A338B4-DCAC-5C44-85FA-BD0D0E3A648C}" type="pres">
      <dgm:prSet presAssocID="{30E90B58-405A-4363-AE63-0535CAB14B41}" presName="FiveNodes_3" presStyleLbl="node1" presStyleIdx="2" presStyleCnt="5">
        <dgm:presLayoutVars>
          <dgm:bulletEnabled val="1"/>
        </dgm:presLayoutVars>
      </dgm:prSet>
      <dgm:spPr/>
    </dgm:pt>
    <dgm:pt modelId="{1FDCBD83-1964-ED45-A206-E29BA40DF76A}" type="pres">
      <dgm:prSet presAssocID="{30E90B58-405A-4363-AE63-0535CAB14B41}" presName="FiveNodes_4" presStyleLbl="node1" presStyleIdx="3" presStyleCnt="5">
        <dgm:presLayoutVars>
          <dgm:bulletEnabled val="1"/>
        </dgm:presLayoutVars>
      </dgm:prSet>
      <dgm:spPr/>
    </dgm:pt>
    <dgm:pt modelId="{E6C15F27-5008-FE4A-A0EE-69EC115883D9}" type="pres">
      <dgm:prSet presAssocID="{30E90B58-405A-4363-AE63-0535CAB14B41}" presName="FiveNodes_5" presStyleLbl="node1" presStyleIdx="4" presStyleCnt="5">
        <dgm:presLayoutVars>
          <dgm:bulletEnabled val="1"/>
        </dgm:presLayoutVars>
      </dgm:prSet>
      <dgm:spPr/>
    </dgm:pt>
    <dgm:pt modelId="{125504BF-9AC4-A545-B340-E8E62F4EDEF7}" type="pres">
      <dgm:prSet presAssocID="{30E90B58-405A-4363-AE63-0535CAB14B41}" presName="FiveConn_1-2" presStyleLbl="fgAccFollowNode1" presStyleIdx="0" presStyleCnt="4">
        <dgm:presLayoutVars>
          <dgm:bulletEnabled val="1"/>
        </dgm:presLayoutVars>
      </dgm:prSet>
      <dgm:spPr/>
    </dgm:pt>
    <dgm:pt modelId="{E3F5AE10-2E8C-494A-A6E4-6310C4F2A352}" type="pres">
      <dgm:prSet presAssocID="{30E90B58-405A-4363-AE63-0535CAB14B41}" presName="FiveConn_2-3" presStyleLbl="fgAccFollowNode1" presStyleIdx="1" presStyleCnt="4">
        <dgm:presLayoutVars>
          <dgm:bulletEnabled val="1"/>
        </dgm:presLayoutVars>
      </dgm:prSet>
      <dgm:spPr/>
    </dgm:pt>
    <dgm:pt modelId="{451A29CC-7672-6E49-A5FB-3E36646C23E8}" type="pres">
      <dgm:prSet presAssocID="{30E90B58-405A-4363-AE63-0535CAB14B41}" presName="FiveConn_3-4" presStyleLbl="fgAccFollowNode1" presStyleIdx="2" presStyleCnt="4">
        <dgm:presLayoutVars>
          <dgm:bulletEnabled val="1"/>
        </dgm:presLayoutVars>
      </dgm:prSet>
      <dgm:spPr/>
    </dgm:pt>
    <dgm:pt modelId="{46274A3B-D218-C440-8263-DA686D12310F}" type="pres">
      <dgm:prSet presAssocID="{30E90B58-405A-4363-AE63-0535CAB14B41}" presName="FiveConn_4-5" presStyleLbl="fgAccFollowNode1" presStyleIdx="3" presStyleCnt="4">
        <dgm:presLayoutVars>
          <dgm:bulletEnabled val="1"/>
        </dgm:presLayoutVars>
      </dgm:prSet>
      <dgm:spPr/>
    </dgm:pt>
    <dgm:pt modelId="{F370038C-2D06-0C4A-B30F-43144506D65C}" type="pres">
      <dgm:prSet presAssocID="{30E90B58-405A-4363-AE63-0535CAB14B41}" presName="FiveNodes_1_text" presStyleLbl="node1" presStyleIdx="4" presStyleCnt="5">
        <dgm:presLayoutVars>
          <dgm:bulletEnabled val="1"/>
        </dgm:presLayoutVars>
      </dgm:prSet>
      <dgm:spPr/>
    </dgm:pt>
    <dgm:pt modelId="{42D42796-007C-C34F-801E-58E8A48476F5}" type="pres">
      <dgm:prSet presAssocID="{30E90B58-405A-4363-AE63-0535CAB14B41}" presName="FiveNodes_2_text" presStyleLbl="node1" presStyleIdx="4" presStyleCnt="5">
        <dgm:presLayoutVars>
          <dgm:bulletEnabled val="1"/>
        </dgm:presLayoutVars>
      </dgm:prSet>
      <dgm:spPr/>
    </dgm:pt>
    <dgm:pt modelId="{2E1E13C3-7620-E54E-A8B7-1CCBD7ABEB83}" type="pres">
      <dgm:prSet presAssocID="{30E90B58-405A-4363-AE63-0535CAB14B41}" presName="FiveNodes_3_text" presStyleLbl="node1" presStyleIdx="4" presStyleCnt="5">
        <dgm:presLayoutVars>
          <dgm:bulletEnabled val="1"/>
        </dgm:presLayoutVars>
      </dgm:prSet>
      <dgm:spPr/>
    </dgm:pt>
    <dgm:pt modelId="{B7DE8B95-CA77-0A48-8679-DE0E8FECB8A3}" type="pres">
      <dgm:prSet presAssocID="{30E90B58-405A-4363-AE63-0535CAB14B41}" presName="FiveNodes_4_text" presStyleLbl="node1" presStyleIdx="4" presStyleCnt="5">
        <dgm:presLayoutVars>
          <dgm:bulletEnabled val="1"/>
        </dgm:presLayoutVars>
      </dgm:prSet>
      <dgm:spPr/>
    </dgm:pt>
    <dgm:pt modelId="{3FA3B952-6F59-E847-AA9E-E47DF6D8EE05}" type="pres">
      <dgm:prSet presAssocID="{30E90B58-405A-4363-AE63-0535CAB14B4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B44CF02-4C1E-0948-BDB6-495CDE568D4D}" type="presOf" srcId="{4769DFF1-9ABA-428C-BB18-1EEEC261C88D}" destId="{14A338B4-DCAC-5C44-85FA-BD0D0E3A648C}" srcOrd="0" destOrd="0" presId="urn:microsoft.com/office/officeart/2005/8/layout/vProcess5"/>
    <dgm:cxn modelId="{F21F2410-63AF-5B47-9F85-F383AAB8108C}" type="presOf" srcId="{DD4586B8-2EEB-4EDF-BE9D-F35EAD386B46}" destId="{1FDCBD83-1964-ED45-A206-E29BA40DF76A}" srcOrd="0" destOrd="0" presId="urn:microsoft.com/office/officeart/2005/8/layout/vProcess5"/>
    <dgm:cxn modelId="{F7F22B20-69B6-A448-96D3-B6E7C92952D5}" type="presOf" srcId="{1CA99C9A-5FF4-4EC1-998D-BE6997C52194}" destId="{E6C15F27-5008-FE4A-A0EE-69EC115883D9}" srcOrd="0" destOrd="0" presId="urn:microsoft.com/office/officeart/2005/8/layout/vProcess5"/>
    <dgm:cxn modelId="{B728D32B-D590-1B46-8CFE-2AED5F8B14CA}" type="presOf" srcId="{4769DFF1-9ABA-428C-BB18-1EEEC261C88D}" destId="{2E1E13C3-7620-E54E-A8B7-1CCBD7ABEB83}" srcOrd="1" destOrd="0" presId="urn:microsoft.com/office/officeart/2005/8/layout/vProcess5"/>
    <dgm:cxn modelId="{E1D9C63C-8F20-9F43-A899-861E99A37A6D}" type="presOf" srcId="{64B04054-27B3-43B7-AB31-1C66A39653A6}" destId="{B938D990-A722-6C43-BB6E-A12CB64B9C22}" srcOrd="0" destOrd="0" presId="urn:microsoft.com/office/officeart/2005/8/layout/vProcess5"/>
    <dgm:cxn modelId="{BE808043-07AF-40F2-80A9-B456411432D2}" srcId="{30E90B58-405A-4363-AE63-0535CAB14B41}" destId="{64B04054-27B3-43B7-AB31-1C66A39653A6}" srcOrd="0" destOrd="0" parTransId="{35D0D02A-2FE7-4447-A075-4E40D55CF925}" sibTransId="{539471D8-D1CA-41C7-84A9-29ED84718B5B}"/>
    <dgm:cxn modelId="{A885A446-C6E1-3E47-A6EE-278A14ECD171}" type="presOf" srcId="{B3E168E7-A3BF-490B-B905-AF5F2F401B10}" destId="{46274A3B-D218-C440-8263-DA686D12310F}" srcOrd="0" destOrd="0" presId="urn:microsoft.com/office/officeart/2005/8/layout/vProcess5"/>
    <dgm:cxn modelId="{4FD22048-084A-DA40-8242-9BDE96D0CC90}" type="presOf" srcId="{1CA99C9A-5FF4-4EC1-998D-BE6997C52194}" destId="{3FA3B952-6F59-E847-AA9E-E47DF6D8EE05}" srcOrd="1" destOrd="0" presId="urn:microsoft.com/office/officeart/2005/8/layout/vProcess5"/>
    <dgm:cxn modelId="{42026A5E-7A9F-4D5D-807B-C041489EAB03}" srcId="{30E90B58-405A-4363-AE63-0535CAB14B41}" destId="{1CA99C9A-5FF4-4EC1-998D-BE6997C52194}" srcOrd="4" destOrd="0" parTransId="{0D99D193-157C-4C7C-8787-A7A0345FA7CD}" sibTransId="{8BDB3771-1A40-4785-B5E4-59680A917ABF}"/>
    <dgm:cxn modelId="{3B25D25E-D92C-408C-9DE7-E0B0B99AFCE0}" srcId="{30E90B58-405A-4363-AE63-0535CAB14B41}" destId="{2D67BBCE-8DFE-4DF4-A78E-195D6DC1904A}" srcOrd="1" destOrd="0" parTransId="{D25C3996-DC59-4B1B-AF27-E65480508BD7}" sibTransId="{46360130-A392-42C9-91B6-E7A665CD3958}"/>
    <dgm:cxn modelId="{B09BAD8D-38AC-2042-B208-00B64CB36EB0}" type="presOf" srcId="{2D67BBCE-8DFE-4DF4-A78E-195D6DC1904A}" destId="{42D42796-007C-C34F-801E-58E8A48476F5}" srcOrd="1" destOrd="0" presId="urn:microsoft.com/office/officeart/2005/8/layout/vProcess5"/>
    <dgm:cxn modelId="{EEEE07A5-9DBA-6445-B565-73D9FD5AD24C}" type="presOf" srcId="{64B04054-27B3-43B7-AB31-1C66A39653A6}" destId="{F370038C-2D06-0C4A-B30F-43144506D65C}" srcOrd="1" destOrd="0" presId="urn:microsoft.com/office/officeart/2005/8/layout/vProcess5"/>
    <dgm:cxn modelId="{BECABCB0-FEDB-6F43-BA6C-DD77FE46101F}" type="presOf" srcId="{539471D8-D1CA-41C7-84A9-29ED84718B5B}" destId="{125504BF-9AC4-A545-B340-E8E62F4EDEF7}" srcOrd="0" destOrd="0" presId="urn:microsoft.com/office/officeart/2005/8/layout/vProcess5"/>
    <dgm:cxn modelId="{724A3EBB-0278-1142-9780-2B9F4215FA02}" type="presOf" srcId="{2D67BBCE-8DFE-4DF4-A78E-195D6DC1904A}" destId="{810976DC-855E-5445-B9B2-D1B4FA65A415}" srcOrd="0" destOrd="0" presId="urn:microsoft.com/office/officeart/2005/8/layout/vProcess5"/>
    <dgm:cxn modelId="{BF6B4AC1-B7D2-564B-A54F-CBF9EA13A6C5}" type="presOf" srcId="{46360130-A392-42C9-91B6-E7A665CD3958}" destId="{E3F5AE10-2E8C-494A-A6E4-6310C4F2A352}" srcOrd="0" destOrd="0" presId="urn:microsoft.com/office/officeart/2005/8/layout/vProcess5"/>
    <dgm:cxn modelId="{24FC21C4-3F79-4F7A-9BAC-BA7A3F97BC50}" srcId="{30E90B58-405A-4363-AE63-0535CAB14B41}" destId="{4769DFF1-9ABA-428C-BB18-1EEEC261C88D}" srcOrd="2" destOrd="0" parTransId="{78D7D968-2019-4B99-BB66-28D05816B0BF}" sibTransId="{309E7358-5CA9-49AF-B258-315A3D91DBC1}"/>
    <dgm:cxn modelId="{07C0A7D0-1DD4-9B4B-9433-2FF091687DCC}" type="presOf" srcId="{30E90B58-405A-4363-AE63-0535CAB14B41}" destId="{4EEA26D7-176F-3C45-B57E-410EE9070EB8}" srcOrd="0" destOrd="0" presId="urn:microsoft.com/office/officeart/2005/8/layout/vProcess5"/>
    <dgm:cxn modelId="{1DD2BDD0-60FB-4DCC-B027-EB70773FC6AF}" srcId="{30E90B58-405A-4363-AE63-0535CAB14B41}" destId="{DD4586B8-2EEB-4EDF-BE9D-F35EAD386B46}" srcOrd="3" destOrd="0" parTransId="{A4F782C8-7528-495E-9CF2-5245627181E2}" sibTransId="{B3E168E7-A3BF-490B-B905-AF5F2F401B10}"/>
    <dgm:cxn modelId="{EB318CE3-9A0B-5B41-9D45-682128639730}" type="presOf" srcId="{DD4586B8-2EEB-4EDF-BE9D-F35EAD386B46}" destId="{B7DE8B95-CA77-0A48-8679-DE0E8FECB8A3}" srcOrd="1" destOrd="0" presId="urn:microsoft.com/office/officeart/2005/8/layout/vProcess5"/>
    <dgm:cxn modelId="{3108CFFC-47BA-194E-93F1-6E965436D827}" type="presOf" srcId="{309E7358-5CA9-49AF-B258-315A3D91DBC1}" destId="{451A29CC-7672-6E49-A5FB-3E36646C23E8}" srcOrd="0" destOrd="0" presId="urn:microsoft.com/office/officeart/2005/8/layout/vProcess5"/>
    <dgm:cxn modelId="{ACEB12F1-61B0-FC4B-9295-A5300BE4D38A}" type="presParOf" srcId="{4EEA26D7-176F-3C45-B57E-410EE9070EB8}" destId="{45EFB84F-3BFC-794F-811D-6BBB6B7CBE42}" srcOrd="0" destOrd="0" presId="urn:microsoft.com/office/officeart/2005/8/layout/vProcess5"/>
    <dgm:cxn modelId="{2E720C11-CC88-024A-B7E5-3F0EAA67A30D}" type="presParOf" srcId="{4EEA26D7-176F-3C45-B57E-410EE9070EB8}" destId="{B938D990-A722-6C43-BB6E-A12CB64B9C22}" srcOrd="1" destOrd="0" presId="urn:microsoft.com/office/officeart/2005/8/layout/vProcess5"/>
    <dgm:cxn modelId="{716D7632-F0D9-1B45-AD9F-79BFF123D9E2}" type="presParOf" srcId="{4EEA26D7-176F-3C45-B57E-410EE9070EB8}" destId="{810976DC-855E-5445-B9B2-D1B4FA65A415}" srcOrd="2" destOrd="0" presId="urn:microsoft.com/office/officeart/2005/8/layout/vProcess5"/>
    <dgm:cxn modelId="{21FE49EC-7312-924A-9EF0-C8155ABE2ACD}" type="presParOf" srcId="{4EEA26D7-176F-3C45-B57E-410EE9070EB8}" destId="{14A338B4-DCAC-5C44-85FA-BD0D0E3A648C}" srcOrd="3" destOrd="0" presId="urn:microsoft.com/office/officeart/2005/8/layout/vProcess5"/>
    <dgm:cxn modelId="{FFFFA4CF-787C-C44B-8CBD-030BC0481CA2}" type="presParOf" srcId="{4EEA26D7-176F-3C45-B57E-410EE9070EB8}" destId="{1FDCBD83-1964-ED45-A206-E29BA40DF76A}" srcOrd="4" destOrd="0" presId="urn:microsoft.com/office/officeart/2005/8/layout/vProcess5"/>
    <dgm:cxn modelId="{5F51B126-CD7E-704F-9F2B-64CC837BE232}" type="presParOf" srcId="{4EEA26D7-176F-3C45-B57E-410EE9070EB8}" destId="{E6C15F27-5008-FE4A-A0EE-69EC115883D9}" srcOrd="5" destOrd="0" presId="urn:microsoft.com/office/officeart/2005/8/layout/vProcess5"/>
    <dgm:cxn modelId="{6B72A43C-8E31-8C4A-9EE2-357A7BE67041}" type="presParOf" srcId="{4EEA26D7-176F-3C45-B57E-410EE9070EB8}" destId="{125504BF-9AC4-A545-B340-E8E62F4EDEF7}" srcOrd="6" destOrd="0" presId="urn:microsoft.com/office/officeart/2005/8/layout/vProcess5"/>
    <dgm:cxn modelId="{8093EB68-C0A1-4349-AB9C-06F4C8FAEA23}" type="presParOf" srcId="{4EEA26D7-176F-3C45-B57E-410EE9070EB8}" destId="{E3F5AE10-2E8C-494A-A6E4-6310C4F2A352}" srcOrd="7" destOrd="0" presId="urn:microsoft.com/office/officeart/2005/8/layout/vProcess5"/>
    <dgm:cxn modelId="{2CF2CB0F-03B7-F047-BEE0-A98204F5260F}" type="presParOf" srcId="{4EEA26D7-176F-3C45-B57E-410EE9070EB8}" destId="{451A29CC-7672-6E49-A5FB-3E36646C23E8}" srcOrd="8" destOrd="0" presId="urn:microsoft.com/office/officeart/2005/8/layout/vProcess5"/>
    <dgm:cxn modelId="{A025272D-2A5E-0548-AFDE-C37E6C1ED30F}" type="presParOf" srcId="{4EEA26D7-176F-3C45-B57E-410EE9070EB8}" destId="{46274A3B-D218-C440-8263-DA686D12310F}" srcOrd="9" destOrd="0" presId="urn:microsoft.com/office/officeart/2005/8/layout/vProcess5"/>
    <dgm:cxn modelId="{77B9D962-374E-144E-A548-2603F5681C54}" type="presParOf" srcId="{4EEA26D7-176F-3C45-B57E-410EE9070EB8}" destId="{F370038C-2D06-0C4A-B30F-43144506D65C}" srcOrd="10" destOrd="0" presId="urn:microsoft.com/office/officeart/2005/8/layout/vProcess5"/>
    <dgm:cxn modelId="{CA7E653B-162E-C846-AE85-D688AE185AF8}" type="presParOf" srcId="{4EEA26D7-176F-3C45-B57E-410EE9070EB8}" destId="{42D42796-007C-C34F-801E-58E8A48476F5}" srcOrd="11" destOrd="0" presId="urn:microsoft.com/office/officeart/2005/8/layout/vProcess5"/>
    <dgm:cxn modelId="{424E49BD-419C-3542-AED7-625D9EFB3DCC}" type="presParOf" srcId="{4EEA26D7-176F-3C45-B57E-410EE9070EB8}" destId="{2E1E13C3-7620-E54E-A8B7-1CCBD7ABEB83}" srcOrd="12" destOrd="0" presId="urn:microsoft.com/office/officeart/2005/8/layout/vProcess5"/>
    <dgm:cxn modelId="{02925BEE-9165-9143-9CCA-E3487C660726}" type="presParOf" srcId="{4EEA26D7-176F-3C45-B57E-410EE9070EB8}" destId="{B7DE8B95-CA77-0A48-8679-DE0E8FECB8A3}" srcOrd="13" destOrd="0" presId="urn:microsoft.com/office/officeart/2005/8/layout/vProcess5"/>
    <dgm:cxn modelId="{E4198ADB-E4D9-9B4B-A8F4-1A9266D93D89}" type="presParOf" srcId="{4EEA26D7-176F-3C45-B57E-410EE9070EB8}" destId="{3FA3B952-6F59-E847-AA9E-E47DF6D8EE0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A45BF09-0E5F-4979-A5D2-9AE7EB1DF35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79CEDC7-7C5E-493B-89F3-2CC9E0B98590}">
      <dgm:prSet/>
      <dgm:spPr/>
      <dgm:t>
        <a:bodyPr/>
        <a:lstStyle/>
        <a:p>
          <a:r>
            <a:rPr lang="en-US"/>
            <a:t>Both Green Valley &amp; Riverdale selected (two purple buttons).</a:t>
          </a:r>
        </a:p>
      </dgm:t>
    </dgm:pt>
    <dgm:pt modelId="{C7FA422C-030F-4ACF-9BA0-DC5123D66EA0}" type="parTrans" cxnId="{D808BA79-ECD0-4642-BAD2-7E535A6A6245}">
      <dgm:prSet/>
      <dgm:spPr/>
      <dgm:t>
        <a:bodyPr/>
        <a:lstStyle/>
        <a:p>
          <a:endParaRPr lang="en-US"/>
        </a:p>
      </dgm:t>
    </dgm:pt>
    <dgm:pt modelId="{4C869648-9544-4510-B11D-3FF7A04C14C2}" type="sibTrans" cxnId="{D808BA79-ECD0-4642-BAD2-7E535A6A6245}">
      <dgm:prSet/>
      <dgm:spPr/>
      <dgm:t>
        <a:bodyPr/>
        <a:lstStyle/>
        <a:p>
          <a:endParaRPr lang="en-US"/>
        </a:p>
      </dgm:t>
    </dgm:pt>
    <dgm:pt modelId="{D09D0EE2-F244-4F8B-BF81-36AD3D0446D4}">
      <dgm:prSet/>
      <dgm:spPr/>
      <dgm:t>
        <a:bodyPr/>
        <a:lstStyle/>
        <a:p>
          <a:r>
            <a:rPr lang="en-US"/>
            <a:t>Admissions area higher than single‑site view; beds line rises too.</a:t>
          </a:r>
        </a:p>
      </dgm:t>
    </dgm:pt>
    <dgm:pt modelId="{93EEA0FC-37A1-4769-8C12-2AE7619D9DF7}" type="parTrans" cxnId="{BD8C92E6-CE2F-4BFF-A6FE-CD855825DC05}">
      <dgm:prSet/>
      <dgm:spPr/>
      <dgm:t>
        <a:bodyPr/>
        <a:lstStyle/>
        <a:p>
          <a:endParaRPr lang="en-US"/>
        </a:p>
      </dgm:t>
    </dgm:pt>
    <dgm:pt modelId="{EFE4382B-E92A-4507-B4F3-3EA7D8B04026}" type="sibTrans" cxnId="{BD8C92E6-CE2F-4BFF-A6FE-CD855825DC05}">
      <dgm:prSet/>
      <dgm:spPr/>
      <dgm:t>
        <a:bodyPr/>
        <a:lstStyle/>
        <a:p>
          <a:endParaRPr lang="en-US"/>
        </a:p>
      </dgm:t>
    </dgm:pt>
    <dgm:pt modelId="{4D8065C0-CD82-4A24-9508-5BABAC7FFF22}">
      <dgm:prSet/>
      <dgm:spPr/>
      <dgm:t>
        <a:bodyPr/>
        <a:lstStyle/>
        <a:p>
          <a:r>
            <a:rPr lang="en-US"/>
            <a:t>Ratio card still 0.45 (combined). Use it to gauge staffing adequacy across two sites.</a:t>
          </a:r>
        </a:p>
      </dgm:t>
    </dgm:pt>
    <dgm:pt modelId="{60CFDCE4-0538-401A-8778-2990BD85F58A}" type="parTrans" cxnId="{8EE5323E-4155-4C1E-A306-0B008E7626E2}">
      <dgm:prSet/>
      <dgm:spPr/>
      <dgm:t>
        <a:bodyPr/>
        <a:lstStyle/>
        <a:p>
          <a:endParaRPr lang="en-US"/>
        </a:p>
      </dgm:t>
    </dgm:pt>
    <dgm:pt modelId="{3C13E94E-C160-4444-BAB9-063C063B541F}" type="sibTrans" cxnId="{8EE5323E-4155-4C1E-A306-0B008E7626E2}">
      <dgm:prSet/>
      <dgm:spPr/>
      <dgm:t>
        <a:bodyPr/>
        <a:lstStyle/>
        <a:p>
          <a:endParaRPr lang="en-US"/>
        </a:p>
      </dgm:t>
    </dgm:pt>
    <dgm:pt modelId="{7CFABA6E-E61C-444F-984D-EF35492FA3A4}">
      <dgm:prSet/>
      <dgm:spPr/>
      <dgm:t>
        <a:bodyPr/>
        <a:lstStyle/>
        <a:p>
          <a:r>
            <a:rPr lang="en-US"/>
            <a:t>Bar/line chart: Riverdale’s staffing boosts combined totals mid‑year.</a:t>
          </a:r>
        </a:p>
      </dgm:t>
    </dgm:pt>
    <dgm:pt modelId="{20171D9E-68EB-4A0A-B906-65803ABA5323}" type="parTrans" cxnId="{D982B812-5DEB-4041-8007-E171C6F922EB}">
      <dgm:prSet/>
      <dgm:spPr/>
      <dgm:t>
        <a:bodyPr/>
        <a:lstStyle/>
        <a:p>
          <a:endParaRPr lang="en-US"/>
        </a:p>
      </dgm:t>
    </dgm:pt>
    <dgm:pt modelId="{184386DA-98AD-45AD-B241-6F7D4928514C}" type="sibTrans" cxnId="{D982B812-5DEB-4041-8007-E171C6F922EB}">
      <dgm:prSet/>
      <dgm:spPr/>
      <dgm:t>
        <a:bodyPr/>
        <a:lstStyle/>
        <a:p>
          <a:endParaRPr lang="en-US"/>
        </a:p>
      </dgm:t>
    </dgm:pt>
    <dgm:pt modelId="{C57A6CF6-2785-442A-8FAE-896D5FCFD10D}">
      <dgm:prSet/>
      <dgm:spPr/>
      <dgm:t>
        <a:bodyPr/>
        <a:lstStyle/>
        <a:p>
          <a:r>
            <a:rPr lang="en-US"/>
            <a:t>Horizontal bars show how extra Riverdale staff raises averages, smoothing capacity gap.</a:t>
          </a:r>
        </a:p>
      </dgm:t>
    </dgm:pt>
    <dgm:pt modelId="{6F6B46C9-94EB-4987-93A4-E91C07D26349}" type="parTrans" cxnId="{65E06A55-BA74-468F-9788-383A29C6B671}">
      <dgm:prSet/>
      <dgm:spPr/>
      <dgm:t>
        <a:bodyPr/>
        <a:lstStyle/>
        <a:p>
          <a:endParaRPr lang="en-US"/>
        </a:p>
      </dgm:t>
    </dgm:pt>
    <dgm:pt modelId="{11270431-4223-41B2-B564-BF72F6579088}" type="sibTrans" cxnId="{65E06A55-BA74-468F-9788-383A29C6B671}">
      <dgm:prSet/>
      <dgm:spPr/>
      <dgm:t>
        <a:bodyPr/>
        <a:lstStyle/>
        <a:p>
          <a:endParaRPr lang="en-US"/>
        </a:p>
      </dgm:t>
    </dgm:pt>
    <dgm:pt modelId="{45D29DCE-73CA-F94F-9889-F085189771BB}" type="pres">
      <dgm:prSet presAssocID="{FA45BF09-0E5F-4979-A5D2-9AE7EB1DF35F}" presName="outerComposite" presStyleCnt="0">
        <dgm:presLayoutVars>
          <dgm:chMax val="5"/>
          <dgm:dir/>
          <dgm:resizeHandles val="exact"/>
        </dgm:presLayoutVars>
      </dgm:prSet>
      <dgm:spPr/>
    </dgm:pt>
    <dgm:pt modelId="{8585CC0D-ACF2-B34E-9DBE-4839352396E8}" type="pres">
      <dgm:prSet presAssocID="{FA45BF09-0E5F-4979-A5D2-9AE7EB1DF35F}" presName="dummyMaxCanvas" presStyleCnt="0">
        <dgm:presLayoutVars/>
      </dgm:prSet>
      <dgm:spPr/>
    </dgm:pt>
    <dgm:pt modelId="{FC42C1AC-B22A-0941-BCC5-9CD0410FC753}" type="pres">
      <dgm:prSet presAssocID="{FA45BF09-0E5F-4979-A5D2-9AE7EB1DF35F}" presName="FiveNodes_1" presStyleLbl="node1" presStyleIdx="0" presStyleCnt="5">
        <dgm:presLayoutVars>
          <dgm:bulletEnabled val="1"/>
        </dgm:presLayoutVars>
      </dgm:prSet>
      <dgm:spPr/>
    </dgm:pt>
    <dgm:pt modelId="{23083D9B-8B26-A848-90FA-9AC0F01D98B8}" type="pres">
      <dgm:prSet presAssocID="{FA45BF09-0E5F-4979-A5D2-9AE7EB1DF35F}" presName="FiveNodes_2" presStyleLbl="node1" presStyleIdx="1" presStyleCnt="5">
        <dgm:presLayoutVars>
          <dgm:bulletEnabled val="1"/>
        </dgm:presLayoutVars>
      </dgm:prSet>
      <dgm:spPr/>
    </dgm:pt>
    <dgm:pt modelId="{4ACB32D0-BA4B-3C4B-AFA6-AB0B34368EFA}" type="pres">
      <dgm:prSet presAssocID="{FA45BF09-0E5F-4979-A5D2-9AE7EB1DF35F}" presName="FiveNodes_3" presStyleLbl="node1" presStyleIdx="2" presStyleCnt="5">
        <dgm:presLayoutVars>
          <dgm:bulletEnabled val="1"/>
        </dgm:presLayoutVars>
      </dgm:prSet>
      <dgm:spPr/>
    </dgm:pt>
    <dgm:pt modelId="{CB6DF7E0-368C-CB44-9FDF-E803E85B679B}" type="pres">
      <dgm:prSet presAssocID="{FA45BF09-0E5F-4979-A5D2-9AE7EB1DF35F}" presName="FiveNodes_4" presStyleLbl="node1" presStyleIdx="3" presStyleCnt="5">
        <dgm:presLayoutVars>
          <dgm:bulletEnabled val="1"/>
        </dgm:presLayoutVars>
      </dgm:prSet>
      <dgm:spPr/>
    </dgm:pt>
    <dgm:pt modelId="{C1B3D0AB-8E44-964E-A398-427D73B26CA1}" type="pres">
      <dgm:prSet presAssocID="{FA45BF09-0E5F-4979-A5D2-9AE7EB1DF35F}" presName="FiveNodes_5" presStyleLbl="node1" presStyleIdx="4" presStyleCnt="5">
        <dgm:presLayoutVars>
          <dgm:bulletEnabled val="1"/>
        </dgm:presLayoutVars>
      </dgm:prSet>
      <dgm:spPr/>
    </dgm:pt>
    <dgm:pt modelId="{89862E88-A67C-7B4B-8751-2F5857CEDD25}" type="pres">
      <dgm:prSet presAssocID="{FA45BF09-0E5F-4979-A5D2-9AE7EB1DF35F}" presName="FiveConn_1-2" presStyleLbl="fgAccFollowNode1" presStyleIdx="0" presStyleCnt="4">
        <dgm:presLayoutVars>
          <dgm:bulletEnabled val="1"/>
        </dgm:presLayoutVars>
      </dgm:prSet>
      <dgm:spPr/>
    </dgm:pt>
    <dgm:pt modelId="{E67AD5A0-D78A-7A46-92ED-6146982ECF12}" type="pres">
      <dgm:prSet presAssocID="{FA45BF09-0E5F-4979-A5D2-9AE7EB1DF35F}" presName="FiveConn_2-3" presStyleLbl="fgAccFollowNode1" presStyleIdx="1" presStyleCnt="4">
        <dgm:presLayoutVars>
          <dgm:bulletEnabled val="1"/>
        </dgm:presLayoutVars>
      </dgm:prSet>
      <dgm:spPr/>
    </dgm:pt>
    <dgm:pt modelId="{C7EB59F6-171E-8746-97A2-551546CAA373}" type="pres">
      <dgm:prSet presAssocID="{FA45BF09-0E5F-4979-A5D2-9AE7EB1DF35F}" presName="FiveConn_3-4" presStyleLbl="fgAccFollowNode1" presStyleIdx="2" presStyleCnt="4">
        <dgm:presLayoutVars>
          <dgm:bulletEnabled val="1"/>
        </dgm:presLayoutVars>
      </dgm:prSet>
      <dgm:spPr/>
    </dgm:pt>
    <dgm:pt modelId="{CBD14AF2-2E47-D246-9459-64A8C9F0B6BB}" type="pres">
      <dgm:prSet presAssocID="{FA45BF09-0E5F-4979-A5D2-9AE7EB1DF35F}" presName="FiveConn_4-5" presStyleLbl="fgAccFollowNode1" presStyleIdx="3" presStyleCnt="4">
        <dgm:presLayoutVars>
          <dgm:bulletEnabled val="1"/>
        </dgm:presLayoutVars>
      </dgm:prSet>
      <dgm:spPr/>
    </dgm:pt>
    <dgm:pt modelId="{E3A850DB-5AF6-954C-8B6F-A79BCD73AE53}" type="pres">
      <dgm:prSet presAssocID="{FA45BF09-0E5F-4979-A5D2-9AE7EB1DF35F}" presName="FiveNodes_1_text" presStyleLbl="node1" presStyleIdx="4" presStyleCnt="5">
        <dgm:presLayoutVars>
          <dgm:bulletEnabled val="1"/>
        </dgm:presLayoutVars>
      </dgm:prSet>
      <dgm:spPr/>
    </dgm:pt>
    <dgm:pt modelId="{1B4E4B34-75CF-5E4A-9243-18C7B2B6A605}" type="pres">
      <dgm:prSet presAssocID="{FA45BF09-0E5F-4979-A5D2-9AE7EB1DF35F}" presName="FiveNodes_2_text" presStyleLbl="node1" presStyleIdx="4" presStyleCnt="5">
        <dgm:presLayoutVars>
          <dgm:bulletEnabled val="1"/>
        </dgm:presLayoutVars>
      </dgm:prSet>
      <dgm:spPr/>
    </dgm:pt>
    <dgm:pt modelId="{555C2728-65E4-0F4E-8FD9-95D75659D13F}" type="pres">
      <dgm:prSet presAssocID="{FA45BF09-0E5F-4979-A5D2-9AE7EB1DF35F}" presName="FiveNodes_3_text" presStyleLbl="node1" presStyleIdx="4" presStyleCnt="5">
        <dgm:presLayoutVars>
          <dgm:bulletEnabled val="1"/>
        </dgm:presLayoutVars>
      </dgm:prSet>
      <dgm:spPr/>
    </dgm:pt>
    <dgm:pt modelId="{DD92FB6B-599C-2D4C-9A90-A0E2A63C8B23}" type="pres">
      <dgm:prSet presAssocID="{FA45BF09-0E5F-4979-A5D2-9AE7EB1DF35F}" presName="FiveNodes_4_text" presStyleLbl="node1" presStyleIdx="4" presStyleCnt="5">
        <dgm:presLayoutVars>
          <dgm:bulletEnabled val="1"/>
        </dgm:presLayoutVars>
      </dgm:prSet>
      <dgm:spPr/>
    </dgm:pt>
    <dgm:pt modelId="{4D3DA108-222E-8144-B48B-75678234B384}" type="pres">
      <dgm:prSet presAssocID="{FA45BF09-0E5F-4979-A5D2-9AE7EB1DF35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E5CBC02-F066-7C44-AC24-EDA1C1D3862F}" type="presOf" srcId="{EFE4382B-E92A-4507-B4F3-3EA7D8B04026}" destId="{E67AD5A0-D78A-7A46-92ED-6146982ECF12}" srcOrd="0" destOrd="0" presId="urn:microsoft.com/office/officeart/2005/8/layout/vProcess5"/>
    <dgm:cxn modelId="{6698000A-D969-5241-AD7E-072FB35CEB3A}" type="presOf" srcId="{D09D0EE2-F244-4F8B-BF81-36AD3D0446D4}" destId="{1B4E4B34-75CF-5E4A-9243-18C7B2B6A605}" srcOrd="1" destOrd="0" presId="urn:microsoft.com/office/officeart/2005/8/layout/vProcess5"/>
    <dgm:cxn modelId="{D982B812-5DEB-4041-8007-E171C6F922EB}" srcId="{FA45BF09-0E5F-4979-A5D2-9AE7EB1DF35F}" destId="{7CFABA6E-E61C-444F-984D-EF35492FA3A4}" srcOrd="3" destOrd="0" parTransId="{20171D9E-68EB-4A0A-B906-65803ABA5323}" sibTransId="{184386DA-98AD-45AD-B241-6F7D4928514C}"/>
    <dgm:cxn modelId="{B2C67432-B172-FC45-800E-9F58389E4667}" type="presOf" srcId="{7CFABA6E-E61C-444F-984D-EF35492FA3A4}" destId="{CB6DF7E0-368C-CB44-9FDF-E803E85B679B}" srcOrd="0" destOrd="0" presId="urn:microsoft.com/office/officeart/2005/8/layout/vProcess5"/>
    <dgm:cxn modelId="{54F20D33-E118-6146-B979-8EE56629668F}" type="presOf" srcId="{7CFABA6E-E61C-444F-984D-EF35492FA3A4}" destId="{DD92FB6B-599C-2D4C-9A90-A0E2A63C8B23}" srcOrd="1" destOrd="0" presId="urn:microsoft.com/office/officeart/2005/8/layout/vProcess5"/>
    <dgm:cxn modelId="{8EE5323E-4155-4C1E-A306-0B008E7626E2}" srcId="{FA45BF09-0E5F-4979-A5D2-9AE7EB1DF35F}" destId="{4D8065C0-CD82-4A24-9508-5BABAC7FFF22}" srcOrd="2" destOrd="0" parTransId="{60CFDCE4-0538-401A-8778-2990BD85F58A}" sibTransId="{3C13E94E-C160-4444-BAB9-063C063B541F}"/>
    <dgm:cxn modelId="{65E06A55-BA74-468F-9788-383A29C6B671}" srcId="{FA45BF09-0E5F-4979-A5D2-9AE7EB1DF35F}" destId="{C57A6CF6-2785-442A-8FAE-896D5FCFD10D}" srcOrd="4" destOrd="0" parTransId="{6F6B46C9-94EB-4987-93A4-E91C07D26349}" sibTransId="{11270431-4223-41B2-B564-BF72F6579088}"/>
    <dgm:cxn modelId="{7CAE7670-C914-8648-897A-07DC285AC7CE}" type="presOf" srcId="{079CEDC7-7C5E-493B-89F3-2CC9E0B98590}" destId="{E3A850DB-5AF6-954C-8B6F-A79BCD73AE53}" srcOrd="1" destOrd="0" presId="urn:microsoft.com/office/officeart/2005/8/layout/vProcess5"/>
    <dgm:cxn modelId="{D808BA79-ECD0-4642-BAD2-7E535A6A6245}" srcId="{FA45BF09-0E5F-4979-A5D2-9AE7EB1DF35F}" destId="{079CEDC7-7C5E-493B-89F3-2CC9E0B98590}" srcOrd="0" destOrd="0" parTransId="{C7FA422C-030F-4ACF-9BA0-DC5123D66EA0}" sibTransId="{4C869648-9544-4510-B11D-3FF7A04C14C2}"/>
    <dgm:cxn modelId="{1C07537A-5628-D449-B046-CD675A16C0ED}" type="presOf" srcId="{C57A6CF6-2785-442A-8FAE-896D5FCFD10D}" destId="{4D3DA108-222E-8144-B48B-75678234B384}" srcOrd="1" destOrd="0" presId="urn:microsoft.com/office/officeart/2005/8/layout/vProcess5"/>
    <dgm:cxn modelId="{33F2F292-8FEF-F44F-9830-63A9B0D4CE6C}" type="presOf" srcId="{184386DA-98AD-45AD-B241-6F7D4928514C}" destId="{CBD14AF2-2E47-D246-9459-64A8C9F0B6BB}" srcOrd="0" destOrd="0" presId="urn:microsoft.com/office/officeart/2005/8/layout/vProcess5"/>
    <dgm:cxn modelId="{62F66E9B-70F1-E340-A68A-9783A40C0C75}" type="presOf" srcId="{3C13E94E-C160-4444-BAB9-063C063B541F}" destId="{C7EB59F6-171E-8746-97A2-551546CAA373}" srcOrd="0" destOrd="0" presId="urn:microsoft.com/office/officeart/2005/8/layout/vProcess5"/>
    <dgm:cxn modelId="{3DDD27A3-59C1-184D-AB02-8A8FFE652CBF}" type="presOf" srcId="{4C869648-9544-4510-B11D-3FF7A04C14C2}" destId="{89862E88-A67C-7B4B-8751-2F5857CEDD25}" srcOrd="0" destOrd="0" presId="urn:microsoft.com/office/officeart/2005/8/layout/vProcess5"/>
    <dgm:cxn modelId="{91AB1EC3-67A9-3844-9FFE-7F872B0B1910}" type="presOf" srcId="{FA45BF09-0E5F-4979-A5D2-9AE7EB1DF35F}" destId="{45D29DCE-73CA-F94F-9889-F085189771BB}" srcOrd="0" destOrd="0" presId="urn:microsoft.com/office/officeart/2005/8/layout/vProcess5"/>
    <dgm:cxn modelId="{F7FE99C6-473F-C447-AEEE-6F55C133B03C}" type="presOf" srcId="{4D8065C0-CD82-4A24-9508-5BABAC7FFF22}" destId="{4ACB32D0-BA4B-3C4B-AFA6-AB0B34368EFA}" srcOrd="0" destOrd="0" presId="urn:microsoft.com/office/officeart/2005/8/layout/vProcess5"/>
    <dgm:cxn modelId="{291851CD-F657-D24B-BFCC-105924F04087}" type="presOf" srcId="{C57A6CF6-2785-442A-8FAE-896D5FCFD10D}" destId="{C1B3D0AB-8E44-964E-A398-427D73B26CA1}" srcOrd="0" destOrd="0" presId="urn:microsoft.com/office/officeart/2005/8/layout/vProcess5"/>
    <dgm:cxn modelId="{178F5CDD-4D01-8F41-9797-A496AE4B7365}" type="presOf" srcId="{4D8065C0-CD82-4A24-9508-5BABAC7FFF22}" destId="{555C2728-65E4-0F4E-8FD9-95D75659D13F}" srcOrd="1" destOrd="0" presId="urn:microsoft.com/office/officeart/2005/8/layout/vProcess5"/>
    <dgm:cxn modelId="{E10974E6-7774-9B49-83AA-77035FA0F2F2}" type="presOf" srcId="{D09D0EE2-F244-4F8B-BF81-36AD3D0446D4}" destId="{23083D9B-8B26-A848-90FA-9AC0F01D98B8}" srcOrd="0" destOrd="0" presId="urn:microsoft.com/office/officeart/2005/8/layout/vProcess5"/>
    <dgm:cxn modelId="{BD8C92E6-CE2F-4BFF-A6FE-CD855825DC05}" srcId="{FA45BF09-0E5F-4979-A5D2-9AE7EB1DF35F}" destId="{D09D0EE2-F244-4F8B-BF81-36AD3D0446D4}" srcOrd="1" destOrd="0" parTransId="{93EEA0FC-37A1-4769-8C12-2AE7619D9DF7}" sibTransId="{EFE4382B-E92A-4507-B4F3-3EA7D8B04026}"/>
    <dgm:cxn modelId="{3B2F06F2-1A2F-EC4B-9C5F-9FDAE5588010}" type="presOf" srcId="{079CEDC7-7C5E-493B-89F3-2CC9E0B98590}" destId="{FC42C1AC-B22A-0941-BCC5-9CD0410FC753}" srcOrd="0" destOrd="0" presId="urn:microsoft.com/office/officeart/2005/8/layout/vProcess5"/>
    <dgm:cxn modelId="{B8B3CE0E-1B3A-7749-B3EF-4F566A1220FB}" type="presParOf" srcId="{45D29DCE-73CA-F94F-9889-F085189771BB}" destId="{8585CC0D-ACF2-B34E-9DBE-4839352396E8}" srcOrd="0" destOrd="0" presId="urn:microsoft.com/office/officeart/2005/8/layout/vProcess5"/>
    <dgm:cxn modelId="{26932560-1906-D346-8A99-00F0557E1FB5}" type="presParOf" srcId="{45D29DCE-73CA-F94F-9889-F085189771BB}" destId="{FC42C1AC-B22A-0941-BCC5-9CD0410FC753}" srcOrd="1" destOrd="0" presId="urn:microsoft.com/office/officeart/2005/8/layout/vProcess5"/>
    <dgm:cxn modelId="{5F843719-2EBF-4A45-AD4F-6AE4592E72A4}" type="presParOf" srcId="{45D29DCE-73CA-F94F-9889-F085189771BB}" destId="{23083D9B-8B26-A848-90FA-9AC0F01D98B8}" srcOrd="2" destOrd="0" presId="urn:microsoft.com/office/officeart/2005/8/layout/vProcess5"/>
    <dgm:cxn modelId="{773946B8-3435-5E46-8A01-254B732FB835}" type="presParOf" srcId="{45D29DCE-73CA-F94F-9889-F085189771BB}" destId="{4ACB32D0-BA4B-3C4B-AFA6-AB0B34368EFA}" srcOrd="3" destOrd="0" presId="urn:microsoft.com/office/officeart/2005/8/layout/vProcess5"/>
    <dgm:cxn modelId="{3BC5D08B-81A9-1242-883C-069BDA616D33}" type="presParOf" srcId="{45D29DCE-73CA-F94F-9889-F085189771BB}" destId="{CB6DF7E0-368C-CB44-9FDF-E803E85B679B}" srcOrd="4" destOrd="0" presId="urn:microsoft.com/office/officeart/2005/8/layout/vProcess5"/>
    <dgm:cxn modelId="{7FE08C08-2925-D44F-8A8C-C5AA0185498A}" type="presParOf" srcId="{45D29DCE-73CA-F94F-9889-F085189771BB}" destId="{C1B3D0AB-8E44-964E-A398-427D73B26CA1}" srcOrd="5" destOrd="0" presId="urn:microsoft.com/office/officeart/2005/8/layout/vProcess5"/>
    <dgm:cxn modelId="{BDB6E115-FB79-C641-A8C9-AE42747DB957}" type="presParOf" srcId="{45D29DCE-73CA-F94F-9889-F085189771BB}" destId="{89862E88-A67C-7B4B-8751-2F5857CEDD25}" srcOrd="6" destOrd="0" presId="urn:microsoft.com/office/officeart/2005/8/layout/vProcess5"/>
    <dgm:cxn modelId="{69224EFA-4A51-F14C-865D-73D0120440EA}" type="presParOf" srcId="{45D29DCE-73CA-F94F-9889-F085189771BB}" destId="{E67AD5A0-D78A-7A46-92ED-6146982ECF12}" srcOrd="7" destOrd="0" presId="urn:microsoft.com/office/officeart/2005/8/layout/vProcess5"/>
    <dgm:cxn modelId="{BC6ADC29-9A07-6A4A-AD57-008E99C8CF6F}" type="presParOf" srcId="{45D29DCE-73CA-F94F-9889-F085189771BB}" destId="{C7EB59F6-171E-8746-97A2-551546CAA373}" srcOrd="8" destOrd="0" presId="urn:microsoft.com/office/officeart/2005/8/layout/vProcess5"/>
    <dgm:cxn modelId="{4C8C06DF-C5F8-0447-A624-F2BE89570659}" type="presParOf" srcId="{45D29DCE-73CA-F94F-9889-F085189771BB}" destId="{CBD14AF2-2E47-D246-9459-64A8C9F0B6BB}" srcOrd="9" destOrd="0" presId="urn:microsoft.com/office/officeart/2005/8/layout/vProcess5"/>
    <dgm:cxn modelId="{8DC03E77-A0D7-3842-BE60-47943740BBAA}" type="presParOf" srcId="{45D29DCE-73CA-F94F-9889-F085189771BB}" destId="{E3A850DB-5AF6-954C-8B6F-A79BCD73AE53}" srcOrd="10" destOrd="0" presId="urn:microsoft.com/office/officeart/2005/8/layout/vProcess5"/>
    <dgm:cxn modelId="{124889BD-7869-7043-9C02-F9565D3C778F}" type="presParOf" srcId="{45D29DCE-73CA-F94F-9889-F085189771BB}" destId="{1B4E4B34-75CF-5E4A-9243-18C7B2B6A605}" srcOrd="11" destOrd="0" presId="urn:microsoft.com/office/officeart/2005/8/layout/vProcess5"/>
    <dgm:cxn modelId="{8634492E-31D4-F142-978D-66F92168735E}" type="presParOf" srcId="{45D29DCE-73CA-F94F-9889-F085189771BB}" destId="{555C2728-65E4-0F4E-8FD9-95D75659D13F}" srcOrd="12" destOrd="0" presId="urn:microsoft.com/office/officeart/2005/8/layout/vProcess5"/>
    <dgm:cxn modelId="{9C55705C-66C2-574F-80B0-0CEB816C3FAA}" type="presParOf" srcId="{45D29DCE-73CA-F94F-9889-F085189771BB}" destId="{DD92FB6B-599C-2D4C-9A90-A0E2A63C8B23}" srcOrd="13" destOrd="0" presId="urn:microsoft.com/office/officeart/2005/8/layout/vProcess5"/>
    <dgm:cxn modelId="{26193F9E-FB91-DA49-8026-505904C884AE}" type="presParOf" srcId="{45D29DCE-73CA-F94F-9889-F085189771BB}" destId="{4D3DA108-222E-8144-B48B-75678234B38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E5E16-A296-FE4A-8314-357DBA2564F5}">
      <dsp:nvSpPr>
        <dsp:cNvPr id="0" name=""/>
        <dsp:cNvSpPr/>
      </dsp:nvSpPr>
      <dsp:spPr>
        <a:xfrm>
          <a:off x="0" y="0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Map (top‑left) shows the locations of all three hospitals. Each dot’s size reflects admissions volume.</a:t>
          </a:r>
          <a:endParaRPr lang="en-US" sz="1400" kern="1200"/>
        </a:p>
      </dsp:txBody>
      <dsp:txXfrm>
        <a:off x="22105" y="22105"/>
        <a:ext cx="5408133" cy="710494"/>
      </dsp:txXfrm>
    </dsp:sp>
    <dsp:sp modelId="{5CA943FC-3CC3-3A4A-9A3B-6DC195B95428}">
      <dsp:nvSpPr>
        <dsp:cNvPr id="0" name=""/>
        <dsp:cNvSpPr/>
      </dsp:nvSpPr>
      <dsp:spPr>
        <a:xfrm>
          <a:off x="471262" y="859525"/>
          <a:ext cx="6310820" cy="7547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“Active Patient” card tells how many patients are currently admitted across the chain.</a:t>
          </a:r>
          <a:endParaRPr lang="en-US" sz="1400" kern="1200"/>
        </a:p>
      </dsp:txBody>
      <dsp:txXfrm>
        <a:off x="493367" y="881630"/>
        <a:ext cx="5304789" cy="710494"/>
      </dsp:txXfrm>
    </dsp:sp>
    <dsp:sp modelId="{E4683006-A1B9-FB44-B5AF-9E639174575A}">
      <dsp:nvSpPr>
        <dsp:cNvPr id="0" name=""/>
        <dsp:cNvSpPr/>
      </dsp:nvSpPr>
      <dsp:spPr>
        <a:xfrm>
          <a:off x="942525" y="1719050"/>
          <a:ext cx="6310820" cy="75470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“Average Stay” shows the typical length of stay (days) for all patients.</a:t>
          </a:r>
          <a:endParaRPr lang="en-US" sz="1400" kern="1200"/>
        </a:p>
      </dsp:txBody>
      <dsp:txXfrm>
        <a:off x="964630" y="1741155"/>
        <a:ext cx="5304789" cy="710494"/>
      </dsp:txXfrm>
    </dsp:sp>
    <dsp:sp modelId="{877E19C6-77E5-1245-9F74-42733CCA58EB}">
      <dsp:nvSpPr>
        <dsp:cNvPr id="0" name=""/>
        <dsp:cNvSpPr/>
      </dsp:nvSpPr>
      <dsp:spPr>
        <a:xfrm>
          <a:off x="1413787" y="2578575"/>
          <a:ext cx="6310820" cy="75470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Diagnosis bars rank the most common conditions – longer bar = more cases.</a:t>
          </a:r>
          <a:endParaRPr lang="en-US" sz="1400" kern="1200"/>
        </a:p>
      </dsp:txBody>
      <dsp:txXfrm>
        <a:off x="1435892" y="2600680"/>
        <a:ext cx="5304789" cy="710494"/>
      </dsp:txXfrm>
    </dsp:sp>
    <dsp:sp modelId="{16B89E9D-31F9-7941-B99C-163A12E7F311}">
      <dsp:nvSpPr>
        <dsp:cNvPr id="0" name=""/>
        <dsp:cNvSpPr/>
      </dsp:nvSpPr>
      <dsp:spPr>
        <a:xfrm>
          <a:off x="1885050" y="3438100"/>
          <a:ext cx="6310820" cy="75470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Bottom charts track admissions, discharges and other flows month‑by‑month, plus a purple vs orange area showing average admissions against active patients.</a:t>
          </a:r>
          <a:endParaRPr lang="en-US" sz="1400" kern="1200"/>
        </a:p>
      </dsp:txBody>
      <dsp:txXfrm>
        <a:off x="1907155" y="3460205"/>
        <a:ext cx="5304789" cy="710494"/>
      </dsp:txXfrm>
    </dsp:sp>
    <dsp:sp modelId="{3B8DDC22-4C0A-8745-962B-3E0960395E8F}">
      <dsp:nvSpPr>
        <dsp:cNvPr id="0" name=""/>
        <dsp:cNvSpPr/>
      </dsp:nvSpPr>
      <dsp:spPr>
        <a:xfrm>
          <a:off x="5820262" y="551353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930638" y="551353"/>
        <a:ext cx="269806" cy="369145"/>
      </dsp:txXfrm>
    </dsp:sp>
    <dsp:sp modelId="{5F0E0E2D-0BCA-C748-BCE8-B17E8B245471}">
      <dsp:nvSpPr>
        <dsp:cNvPr id="0" name=""/>
        <dsp:cNvSpPr/>
      </dsp:nvSpPr>
      <dsp:spPr>
        <a:xfrm>
          <a:off x="6291525" y="1410878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401901" y="1410878"/>
        <a:ext cx="269806" cy="369145"/>
      </dsp:txXfrm>
    </dsp:sp>
    <dsp:sp modelId="{DA40801F-2902-264F-8169-450BC7B6E976}">
      <dsp:nvSpPr>
        <dsp:cNvPr id="0" name=""/>
        <dsp:cNvSpPr/>
      </dsp:nvSpPr>
      <dsp:spPr>
        <a:xfrm>
          <a:off x="6762787" y="2257825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873163" y="2257825"/>
        <a:ext cx="269806" cy="369145"/>
      </dsp:txXfrm>
    </dsp:sp>
    <dsp:sp modelId="{31F71163-6D9B-4949-B4F9-FC8944289FC7}">
      <dsp:nvSpPr>
        <dsp:cNvPr id="0" name=""/>
        <dsp:cNvSpPr/>
      </dsp:nvSpPr>
      <dsp:spPr>
        <a:xfrm>
          <a:off x="7234050" y="3125736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344426" y="3125736"/>
        <a:ext cx="269806" cy="3691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15AF38-EB7E-C141-A7F7-8C47573E978F}">
      <dsp:nvSpPr>
        <dsp:cNvPr id="0" name=""/>
        <dsp:cNvSpPr/>
      </dsp:nvSpPr>
      <dsp:spPr>
        <a:xfrm>
          <a:off x="0" y="0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Dashboard is filtered to **Riverdale Hospital** only (see single dot on the map).</a:t>
          </a:r>
        </a:p>
      </dsp:txBody>
      <dsp:txXfrm>
        <a:off x="22105" y="22105"/>
        <a:ext cx="5408133" cy="710494"/>
      </dsp:txXfrm>
    </dsp:sp>
    <dsp:sp modelId="{47DBB38D-AD71-FB48-964B-90A3D438237C}">
      <dsp:nvSpPr>
        <dsp:cNvPr id="0" name=""/>
        <dsp:cNvSpPr/>
      </dsp:nvSpPr>
      <dsp:spPr>
        <a:xfrm>
          <a:off x="471262" y="859525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KPI cards update to Riverdale’s current active patients and average stay.</a:t>
          </a:r>
        </a:p>
      </dsp:txBody>
      <dsp:txXfrm>
        <a:off x="493367" y="881630"/>
        <a:ext cx="5304789" cy="710494"/>
      </dsp:txXfrm>
    </dsp:sp>
    <dsp:sp modelId="{4DCA88EA-FAFA-0F4A-A2EF-F3CF9023F18B}">
      <dsp:nvSpPr>
        <dsp:cNvPr id="0" name=""/>
        <dsp:cNvSpPr/>
      </dsp:nvSpPr>
      <dsp:spPr>
        <a:xfrm>
          <a:off x="942525" y="1719050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Diagnosis bars reveal Riverdale’s top conditions (Covid‑19, Pneumonia, etc.).</a:t>
          </a:r>
        </a:p>
      </dsp:txBody>
      <dsp:txXfrm>
        <a:off x="964630" y="1741155"/>
        <a:ext cx="5304789" cy="710494"/>
      </dsp:txXfrm>
    </dsp:sp>
    <dsp:sp modelId="{0291EA99-FAEA-7D47-98A4-973A681CE160}">
      <dsp:nvSpPr>
        <dsp:cNvPr id="0" name=""/>
        <dsp:cNvSpPr/>
      </dsp:nvSpPr>
      <dsp:spPr>
        <a:xfrm>
          <a:off x="1413787" y="2578575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Monthly columns compare how many patients were admitted, discharged, etc. in Riverdale.</a:t>
          </a:r>
        </a:p>
      </dsp:txBody>
      <dsp:txXfrm>
        <a:off x="1435892" y="2600680"/>
        <a:ext cx="5304789" cy="710494"/>
      </dsp:txXfrm>
    </dsp:sp>
    <dsp:sp modelId="{D13B0218-5C5A-DC44-B539-FE8E8BAEE4C7}">
      <dsp:nvSpPr>
        <dsp:cNvPr id="0" name=""/>
        <dsp:cNvSpPr/>
      </dsp:nvSpPr>
      <dsp:spPr>
        <a:xfrm>
          <a:off x="1885050" y="3438100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Purple area vs orange line shows whether admissions are out‑pacing active patients over time.</a:t>
          </a:r>
        </a:p>
      </dsp:txBody>
      <dsp:txXfrm>
        <a:off x="1907155" y="3460205"/>
        <a:ext cx="5304789" cy="710494"/>
      </dsp:txXfrm>
    </dsp:sp>
    <dsp:sp modelId="{FD7478CD-0144-954F-A0E3-44F1EA4022E4}">
      <dsp:nvSpPr>
        <dsp:cNvPr id="0" name=""/>
        <dsp:cNvSpPr/>
      </dsp:nvSpPr>
      <dsp:spPr>
        <a:xfrm>
          <a:off x="5820262" y="551353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930638" y="551353"/>
        <a:ext cx="269806" cy="369145"/>
      </dsp:txXfrm>
    </dsp:sp>
    <dsp:sp modelId="{0630CCB7-2CBF-0F4D-A4CC-8D329B82B120}">
      <dsp:nvSpPr>
        <dsp:cNvPr id="0" name=""/>
        <dsp:cNvSpPr/>
      </dsp:nvSpPr>
      <dsp:spPr>
        <a:xfrm>
          <a:off x="6291525" y="1410878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401901" y="1410878"/>
        <a:ext cx="269806" cy="369145"/>
      </dsp:txXfrm>
    </dsp:sp>
    <dsp:sp modelId="{42BED8F4-3EF9-C349-AC51-3AAD2D08327C}">
      <dsp:nvSpPr>
        <dsp:cNvPr id="0" name=""/>
        <dsp:cNvSpPr/>
      </dsp:nvSpPr>
      <dsp:spPr>
        <a:xfrm>
          <a:off x="6762787" y="2257825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873163" y="2257825"/>
        <a:ext cx="269806" cy="369145"/>
      </dsp:txXfrm>
    </dsp:sp>
    <dsp:sp modelId="{303B7951-8EE3-FE42-A792-00A1753E5B3E}">
      <dsp:nvSpPr>
        <dsp:cNvPr id="0" name=""/>
        <dsp:cNvSpPr/>
      </dsp:nvSpPr>
      <dsp:spPr>
        <a:xfrm>
          <a:off x="7234050" y="3125736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344426" y="3125736"/>
        <a:ext cx="269806" cy="3691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5754B-2895-6F40-B6AB-1C1C8F4701A1}">
      <dsp:nvSpPr>
        <dsp:cNvPr id="0" name=""/>
        <dsp:cNvSpPr/>
      </dsp:nvSpPr>
      <dsp:spPr>
        <a:xfrm>
          <a:off x="0" y="0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View now focuses on **City Hospital** (East Coast). Only its map marker is visible.</a:t>
          </a:r>
        </a:p>
      </dsp:txBody>
      <dsp:txXfrm>
        <a:off x="22105" y="22105"/>
        <a:ext cx="5408133" cy="710494"/>
      </dsp:txXfrm>
    </dsp:sp>
    <dsp:sp modelId="{4327DF36-F5E0-B140-8AAD-E055E11EBD0F}">
      <dsp:nvSpPr>
        <dsp:cNvPr id="0" name=""/>
        <dsp:cNvSpPr/>
      </dsp:nvSpPr>
      <dsp:spPr>
        <a:xfrm>
          <a:off x="471262" y="859525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Active Patient and Average Stay cards refresh for City Hospital numbers.</a:t>
          </a:r>
        </a:p>
      </dsp:txBody>
      <dsp:txXfrm>
        <a:off x="493367" y="881630"/>
        <a:ext cx="5304789" cy="710494"/>
      </dsp:txXfrm>
    </dsp:sp>
    <dsp:sp modelId="{D37841F0-F957-9644-AF00-02DB8599718A}">
      <dsp:nvSpPr>
        <dsp:cNvPr id="0" name=""/>
        <dsp:cNvSpPr/>
      </dsp:nvSpPr>
      <dsp:spPr>
        <a:xfrm>
          <a:off x="942525" y="1719050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Diagnosis distribution highlights City’s main case mix.</a:t>
          </a:r>
        </a:p>
      </dsp:txBody>
      <dsp:txXfrm>
        <a:off x="964630" y="1741155"/>
        <a:ext cx="5304789" cy="710494"/>
      </dsp:txXfrm>
    </dsp:sp>
    <dsp:sp modelId="{1A0498E0-6CCE-5E4A-99D0-9887FE936C6E}">
      <dsp:nvSpPr>
        <dsp:cNvPr id="0" name=""/>
        <dsp:cNvSpPr/>
      </dsp:nvSpPr>
      <dsp:spPr>
        <a:xfrm>
          <a:off x="1413787" y="2578575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Monthly column chart lets you see seasonal swings (e.g., winter Covid uptick).</a:t>
          </a:r>
        </a:p>
      </dsp:txBody>
      <dsp:txXfrm>
        <a:off x="1435892" y="2600680"/>
        <a:ext cx="5304789" cy="710494"/>
      </dsp:txXfrm>
    </dsp:sp>
    <dsp:sp modelId="{F6558336-5B7B-C849-98CD-2C7D7052F763}">
      <dsp:nvSpPr>
        <dsp:cNvPr id="0" name=""/>
        <dsp:cNvSpPr/>
      </dsp:nvSpPr>
      <dsp:spPr>
        <a:xfrm>
          <a:off x="1885050" y="3438100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Area chart compares average admissions to active patients – helps spot capacity pressure.</a:t>
          </a:r>
        </a:p>
      </dsp:txBody>
      <dsp:txXfrm>
        <a:off x="1907155" y="3460205"/>
        <a:ext cx="5304789" cy="710494"/>
      </dsp:txXfrm>
    </dsp:sp>
    <dsp:sp modelId="{02F5A09A-DABA-344F-AA50-E5EBF66EE6D8}">
      <dsp:nvSpPr>
        <dsp:cNvPr id="0" name=""/>
        <dsp:cNvSpPr/>
      </dsp:nvSpPr>
      <dsp:spPr>
        <a:xfrm>
          <a:off x="5820262" y="551353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930638" y="551353"/>
        <a:ext cx="269806" cy="369145"/>
      </dsp:txXfrm>
    </dsp:sp>
    <dsp:sp modelId="{231663DB-8199-6845-AF4E-617E61335330}">
      <dsp:nvSpPr>
        <dsp:cNvPr id="0" name=""/>
        <dsp:cNvSpPr/>
      </dsp:nvSpPr>
      <dsp:spPr>
        <a:xfrm>
          <a:off x="6291525" y="1410878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401901" y="1410878"/>
        <a:ext cx="269806" cy="369145"/>
      </dsp:txXfrm>
    </dsp:sp>
    <dsp:sp modelId="{D2F88097-ADCE-C44C-A982-546D8FC64AD4}">
      <dsp:nvSpPr>
        <dsp:cNvPr id="0" name=""/>
        <dsp:cNvSpPr/>
      </dsp:nvSpPr>
      <dsp:spPr>
        <a:xfrm>
          <a:off x="6762787" y="2257825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873163" y="2257825"/>
        <a:ext cx="269806" cy="369145"/>
      </dsp:txXfrm>
    </dsp:sp>
    <dsp:sp modelId="{7DACC96A-FC13-794D-9EE3-99EDF8C45CD2}">
      <dsp:nvSpPr>
        <dsp:cNvPr id="0" name=""/>
        <dsp:cNvSpPr/>
      </dsp:nvSpPr>
      <dsp:spPr>
        <a:xfrm>
          <a:off x="7234050" y="3125736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344426" y="3125736"/>
        <a:ext cx="269806" cy="3691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C26D5-EB3E-2B4F-B4A5-5E796E3D3A9C}">
      <dsp:nvSpPr>
        <dsp:cNvPr id="0" name=""/>
        <dsp:cNvSpPr/>
      </dsp:nvSpPr>
      <dsp:spPr>
        <a:xfrm>
          <a:off x="0" y="0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Top left buttons show all three hospitals; each chart aggregates chain‑wide.</a:t>
          </a:r>
        </a:p>
      </dsp:txBody>
      <dsp:txXfrm>
        <a:off x="19451" y="19451"/>
        <a:ext cx="5516512" cy="625190"/>
      </dsp:txXfrm>
    </dsp:sp>
    <dsp:sp modelId="{30C135C7-6DEA-0D41-94B6-4D63CB63AE2C}">
      <dsp:nvSpPr>
        <dsp:cNvPr id="0" name=""/>
        <dsp:cNvSpPr/>
      </dsp:nvSpPr>
      <dsp:spPr>
        <a:xfrm>
          <a:off x="471262" y="756328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Purple area = admissions; blue line = bed occupancy. Gap shows unused capacity.</a:t>
          </a:r>
        </a:p>
      </dsp:txBody>
      <dsp:txXfrm>
        <a:off x="490713" y="775779"/>
        <a:ext cx="5368995" cy="625190"/>
      </dsp:txXfrm>
    </dsp:sp>
    <dsp:sp modelId="{57D4CC7A-5313-1642-A54F-29ED4D73C151}">
      <dsp:nvSpPr>
        <dsp:cNvPr id="0" name=""/>
        <dsp:cNvSpPr/>
      </dsp:nvSpPr>
      <dsp:spPr>
        <a:xfrm>
          <a:off x="942525" y="1512656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Staff‑to‑patient ratio card (0.45) signals moderate staffing – aim for ≥ 0.5.</a:t>
          </a:r>
        </a:p>
      </dsp:txBody>
      <dsp:txXfrm>
        <a:off x="961976" y="1532107"/>
        <a:ext cx="5368995" cy="625190"/>
      </dsp:txXfrm>
    </dsp:sp>
    <dsp:sp modelId="{B8DFC7AE-0AF6-3F46-814E-9A3C66FE63D7}">
      <dsp:nvSpPr>
        <dsp:cNvPr id="0" name=""/>
        <dsp:cNvSpPr/>
      </dsp:nvSpPr>
      <dsp:spPr>
        <a:xfrm>
          <a:off x="1413787" y="2268984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Column + line chart compares monthly active patients (bars) to staff on duty (black line).</a:t>
          </a:r>
        </a:p>
      </dsp:txBody>
      <dsp:txXfrm>
        <a:off x="1433238" y="2288435"/>
        <a:ext cx="5368995" cy="625190"/>
      </dsp:txXfrm>
    </dsp:sp>
    <dsp:sp modelId="{F9FDA9B7-9DB1-5944-90C1-BB5801B2304C}">
      <dsp:nvSpPr>
        <dsp:cNvPr id="0" name=""/>
        <dsp:cNvSpPr/>
      </dsp:nvSpPr>
      <dsp:spPr>
        <a:xfrm>
          <a:off x="1885050" y="3025312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Horizontal bars list average beds occupied vs staff per month – easy to spot seasonal peaks.</a:t>
          </a:r>
        </a:p>
      </dsp:txBody>
      <dsp:txXfrm>
        <a:off x="1904501" y="3044763"/>
        <a:ext cx="5368995" cy="625190"/>
      </dsp:txXfrm>
    </dsp:sp>
    <dsp:sp modelId="{80A102CF-11F5-D94A-B29D-0D9B7D9DB019}">
      <dsp:nvSpPr>
        <dsp:cNvPr id="0" name=""/>
        <dsp:cNvSpPr/>
      </dsp:nvSpPr>
      <dsp:spPr>
        <a:xfrm>
          <a:off x="5879160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976283" y="485156"/>
        <a:ext cx="237414" cy="324824"/>
      </dsp:txXfrm>
    </dsp:sp>
    <dsp:sp modelId="{1DF37DAF-4876-094D-8FD0-5ACA04C3F6DD}">
      <dsp:nvSpPr>
        <dsp:cNvPr id="0" name=""/>
        <dsp:cNvSpPr/>
      </dsp:nvSpPr>
      <dsp:spPr>
        <a:xfrm>
          <a:off x="6350422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447545" y="1241484"/>
        <a:ext cx="237414" cy="324824"/>
      </dsp:txXfrm>
    </dsp:sp>
    <dsp:sp modelId="{5D560F55-0E26-B742-B8A4-37D78AB659E2}">
      <dsp:nvSpPr>
        <dsp:cNvPr id="0" name=""/>
        <dsp:cNvSpPr/>
      </dsp:nvSpPr>
      <dsp:spPr>
        <a:xfrm>
          <a:off x="6821685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918808" y="1986744"/>
        <a:ext cx="237414" cy="324824"/>
      </dsp:txXfrm>
    </dsp:sp>
    <dsp:sp modelId="{B267E7E1-FC67-EA4F-ABB3-D5A0363ABEC4}">
      <dsp:nvSpPr>
        <dsp:cNvPr id="0" name=""/>
        <dsp:cNvSpPr/>
      </dsp:nvSpPr>
      <dsp:spPr>
        <a:xfrm>
          <a:off x="729294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390071" y="2750451"/>
        <a:ext cx="237414" cy="3248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8D990-A722-6C43-BB6E-A12CB64B9C22}">
      <dsp:nvSpPr>
        <dsp:cNvPr id="0" name=""/>
        <dsp:cNvSpPr/>
      </dsp:nvSpPr>
      <dsp:spPr>
        <a:xfrm>
          <a:off x="0" y="0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Selector highlights Green Valley in purple; other hospitals dimmed.</a:t>
          </a:r>
        </a:p>
      </dsp:txBody>
      <dsp:txXfrm>
        <a:off x="19451" y="19451"/>
        <a:ext cx="5516512" cy="625190"/>
      </dsp:txXfrm>
    </dsp:sp>
    <dsp:sp modelId="{810976DC-855E-5445-B9B2-D1B4FA65A415}">
      <dsp:nvSpPr>
        <dsp:cNvPr id="0" name=""/>
        <dsp:cNvSpPr/>
      </dsp:nvSpPr>
      <dsp:spPr>
        <a:xfrm>
          <a:off x="471262" y="756328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Admissions vs beds chart shows July &amp; August surge (purple peak) while beds dip.</a:t>
          </a:r>
        </a:p>
      </dsp:txBody>
      <dsp:txXfrm>
        <a:off x="490713" y="775779"/>
        <a:ext cx="5368995" cy="625190"/>
      </dsp:txXfrm>
    </dsp:sp>
    <dsp:sp modelId="{14A338B4-DCAC-5C44-85FA-BD0D0E3A648C}">
      <dsp:nvSpPr>
        <dsp:cNvPr id="0" name=""/>
        <dsp:cNvSpPr/>
      </dsp:nvSpPr>
      <dsp:spPr>
        <a:xfrm>
          <a:off x="942525" y="1512656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Staff‑to‑patient ratio unchanged (0.45) → Green Valley mirrors chain average.</a:t>
          </a:r>
        </a:p>
      </dsp:txBody>
      <dsp:txXfrm>
        <a:off x="961976" y="1532107"/>
        <a:ext cx="5368995" cy="625190"/>
      </dsp:txXfrm>
    </dsp:sp>
    <dsp:sp modelId="{1FDCBD83-1964-ED45-A206-E29BA40DF76A}">
      <dsp:nvSpPr>
        <dsp:cNvPr id="0" name=""/>
        <dsp:cNvSpPr/>
      </dsp:nvSpPr>
      <dsp:spPr>
        <a:xfrm>
          <a:off x="1413787" y="2268984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Active‑vs‑Staff chart reveals staffing dip in August – possible overtime need.</a:t>
          </a:r>
        </a:p>
      </dsp:txBody>
      <dsp:txXfrm>
        <a:off x="1433238" y="2288435"/>
        <a:ext cx="5368995" cy="625190"/>
      </dsp:txXfrm>
    </dsp:sp>
    <dsp:sp modelId="{E6C15F27-5008-FE4A-A0EE-69EC115883D9}">
      <dsp:nvSpPr>
        <dsp:cNvPr id="0" name=""/>
        <dsp:cNvSpPr/>
      </dsp:nvSpPr>
      <dsp:spPr>
        <a:xfrm>
          <a:off x="1885050" y="3025312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Monthly averages: Beds and Staff nearly parallel, but September staff slightly low.</a:t>
          </a:r>
        </a:p>
      </dsp:txBody>
      <dsp:txXfrm>
        <a:off x="1904501" y="3044763"/>
        <a:ext cx="5368995" cy="625190"/>
      </dsp:txXfrm>
    </dsp:sp>
    <dsp:sp modelId="{125504BF-9AC4-A545-B340-E8E62F4EDEF7}">
      <dsp:nvSpPr>
        <dsp:cNvPr id="0" name=""/>
        <dsp:cNvSpPr/>
      </dsp:nvSpPr>
      <dsp:spPr>
        <a:xfrm>
          <a:off x="5879160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976283" y="485156"/>
        <a:ext cx="237414" cy="324824"/>
      </dsp:txXfrm>
    </dsp:sp>
    <dsp:sp modelId="{E3F5AE10-2E8C-494A-A6E4-6310C4F2A352}">
      <dsp:nvSpPr>
        <dsp:cNvPr id="0" name=""/>
        <dsp:cNvSpPr/>
      </dsp:nvSpPr>
      <dsp:spPr>
        <a:xfrm>
          <a:off x="6350422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447545" y="1241484"/>
        <a:ext cx="237414" cy="324824"/>
      </dsp:txXfrm>
    </dsp:sp>
    <dsp:sp modelId="{451A29CC-7672-6E49-A5FB-3E36646C23E8}">
      <dsp:nvSpPr>
        <dsp:cNvPr id="0" name=""/>
        <dsp:cNvSpPr/>
      </dsp:nvSpPr>
      <dsp:spPr>
        <a:xfrm>
          <a:off x="6821685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918808" y="1986744"/>
        <a:ext cx="237414" cy="324824"/>
      </dsp:txXfrm>
    </dsp:sp>
    <dsp:sp modelId="{46274A3B-D218-C440-8263-DA686D12310F}">
      <dsp:nvSpPr>
        <dsp:cNvPr id="0" name=""/>
        <dsp:cNvSpPr/>
      </dsp:nvSpPr>
      <dsp:spPr>
        <a:xfrm>
          <a:off x="729294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390071" y="2750451"/>
        <a:ext cx="237414" cy="3248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42C1AC-B22A-0941-BCC5-9CD0410FC753}">
      <dsp:nvSpPr>
        <dsp:cNvPr id="0" name=""/>
        <dsp:cNvSpPr/>
      </dsp:nvSpPr>
      <dsp:spPr>
        <a:xfrm>
          <a:off x="0" y="0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Both Green Valley &amp; Riverdale selected (two purple buttons).</a:t>
          </a:r>
        </a:p>
      </dsp:txBody>
      <dsp:txXfrm>
        <a:off x="19451" y="19451"/>
        <a:ext cx="5516512" cy="625190"/>
      </dsp:txXfrm>
    </dsp:sp>
    <dsp:sp modelId="{23083D9B-8B26-A848-90FA-9AC0F01D98B8}">
      <dsp:nvSpPr>
        <dsp:cNvPr id="0" name=""/>
        <dsp:cNvSpPr/>
      </dsp:nvSpPr>
      <dsp:spPr>
        <a:xfrm>
          <a:off x="471262" y="756328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Admissions area higher than single‑site view; beds line rises too.</a:t>
          </a:r>
        </a:p>
      </dsp:txBody>
      <dsp:txXfrm>
        <a:off x="490713" y="775779"/>
        <a:ext cx="5368995" cy="625190"/>
      </dsp:txXfrm>
    </dsp:sp>
    <dsp:sp modelId="{4ACB32D0-BA4B-3C4B-AFA6-AB0B34368EFA}">
      <dsp:nvSpPr>
        <dsp:cNvPr id="0" name=""/>
        <dsp:cNvSpPr/>
      </dsp:nvSpPr>
      <dsp:spPr>
        <a:xfrm>
          <a:off x="942525" y="1512656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Ratio card still 0.45 (combined). Use it to gauge staffing adequacy across two sites.</a:t>
          </a:r>
        </a:p>
      </dsp:txBody>
      <dsp:txXfrm>
        <a:off x="961976" y="1532107"/>
        <a:ext cx="5368995" cy="625190"/>
      </dsp:txXfrm>
    </dsp:sp>
    <dsp:sp modelId="{CB6DF7E0-368C-CB44-9FDF-E803E85B679B}">
      <dsp:nvSpPr>
        <dsp:cNvPr id="0" name=""/>
        <dsp:cNvSpPr/>
      </dsp:nvSpPr>
      <dsp:spPr>
        <a:xfrm>
          <a:off x="1413787" y="2268984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Bar/line chart: Riverdale’s staffing boosts combined totals mid‑year.</a:t>
          </a:r>
        </a:p>
      </dsp:txBody>
      <dsp:txXfrm>
        <a:off x="1433238" y="2288435"/>
        <a:ext cx="5368995" cy="625190"/>
      </dsp:txXfrm>
    </dsp:sp>
    <dsp:sp modelId="{C1B3D0AB-8E44-964E-A398-427D73B26CA1}">
      <dsp:nvSpPr>
        <dsp:cNvPr id="0" name=""/>
        <dsp:cNvSpPr/>
      </dsp:nvSpPr>
      <dsp:spPr>
        <a:xfrm>
          <a:off x="1885050" y="3025312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Horizontal bars show how extra Riverdale staff raises averages, smoothing capacity gap.</a:t>
          </a:r>
        </a:p>
      </dsp:txBody>
      <dsp:txXfrm>
        <a:off x="1904501" y="3044763"/>
        <a:ext cx="5368995" cy="625190"/>
      </dsp:txXfrm>
    </dsp:sp>
    <dsp:sp modelId="{89862E88-A67C-7B4B-8751-2F5857CEDD25}">
      <dsp:nvSpPr>
        <dsp:cNvPr id="0" name=""/>
        <dsp:cNvSpPr/>
      </dsp:nvSpPr>
      <dsp:spPr>
        <a:xfrm>
          <a:off x="5879160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976283" y="485156"/>
        <a:ext cx="237414" cy="324824"/>
      </dsp:txXfrm>
    </dsp:sp>
    <dsp:sp modelId="{E67AD5A0-D78A-7A46-92ED-6146982ECF12}">
      <dsp:nvSpPr>
        <dsp:cNvPr id="0" name=""/>
        <dsp:cNvSpPr/>
      </dsp:nvSpPr>
      <dsp:spPr>
        <a:xfrm>
          <a:off x="6350422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447545" y="1241484"/>
        <a:ext cx="237414" cy="324824"/>
      </dsp:txXfrm>
    </dsp:sp>
    <dsp:sp modelId="{C7EB59F6-171E-8746-97A2-551546CAA373}">
      <dsp:nvSpPr>
        <dsp:cNvPr id="0" name=""/>
        <dsp:cNvSpPr/>
      </dsp:nvSpPr>
      <dsp:spPr>
        <a:xfrm>
          <a:off x="6821685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918808" y="1986744"/>
        <a:ext cx="237414" cy="324824"/>
      </dsp:txXfrm>
    </dsp:sp>
    <dsp:sp modelId="{CBD14AF2-2E47-D246-9459-64A8C9F0B6BB}">
      <dsp:nvSpPr>
        <dsp:cNvPr id="0" name=""/>
        <dsp:cNvSpPr/>
      </dsp:nvSpPr>
      <dsp:spPr>
        <a:xfrm>
          <a:off x="729294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390071" y="2750451"/>
        <a:ext cx="237414" cy="3248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0D3395-DC8F-D13D-028C-B88C909F4591}"/>
              </a:ext>
            </a:extLst>
          </p:cNvPr>
          <p:cNvSpPr txBox="1"/>
          <p:nvPr/>
        </p:nvSpPr>
        <p:spPr>
          <a:xfrm>
            <a:off x="2910322" y="583345"/>
            <a:ext cx="5370268" cy="4164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Hospital Performance Dashboards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D1C10C-6CD5-0403-6944-21EDB7095680}"/>
              </a:ext>
            </a:extLst>
          </p:cNvPr>
          <p:cNvSpPr txBox="1"/>
          <p:nvPr/>
        </p:nvSpPr>
        <p:spPr>
          <a:xfrm>
            <a:off x="906171" y="5972174"/>
            <a:ext cx="6434024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Power BI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03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24785" y="5490971"/>
            <a:ext cx="5221554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/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All Hospitals – Overview</a:t>
            </a:r>
          </a:p>
        </p:txBody>
      </p:sp>
      <p:pic>
        <p:nvPicPr>
          <p:cNvPr id="3" name="Picture 2" descr="Screenshot 2025-04-12 at 3.15.04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46" y="390832"/>
            <a:ext cx="8216571" cy="45191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All Hospitals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B6CD5E29-F6F1-8E9D-0B2C-C44123FDE5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54546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24785" y="5490971"/>
            <a:ext cx="5221554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/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Riverdale Hospital – Focus View</a:t>
            </a:r>
          </a:p>
        </p:txBody>
      </p:sp>
      <p:pic>
        <p:nvPicPr>
          <p:cNvPr id="3" name="Picture 2" descr="Screenshot 2025-04-12 at 3.16.2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35" y="390832"/>
            <a:ext cx="8179394" cy="4519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Riverdale Hospital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08663B-5B32-8C3F-4408-657ABEE4A0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40578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24785" y="5490971"/>
            <a:ext cx="5221554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/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City Hospital – Focus View</a:t>
            </a:r>
          </a:p>
        </p:txBody>
      </p:sp>
      <p:pic>
        <p:nvPicPr>
          <p:cNvPr id="3" name="Picture 2" descr="Screenshot 2025-04-12 at 3.16.38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85" y="390832"/>
            <a:ext cx="8254093" cy="45191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City Hospital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39D644-D374-3584-42B5-D1267968ED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80729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24785" y="5490971"/>
            <a:ext cx="5221554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/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All Hospitals – Capacity &amp; Staffing</a:t>
            </a:r>
          </a:p>
        </p:txBody>
      </p:sp>
      <p:pic>
        <p:nvPicPr>
          <p:cNvPr id="3" name="Picture 2" descr="Screenshot 2025-04-12 at 3.15.3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16" y="390832"/>
            <a:ext cx="7998431" cy="45191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All Hospitals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83EBF7-4740-187E-A669-B985A32DF3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366021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24785" y="5490971"/>
            <a:ext cx="5221554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/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Green Valley Medical Center – Focus View</a:t>
            </a:r>
          </a:p>
        </p:txBody>
      </p:sp>
      <p:pic>
        <p:nvPicPr>
          <p:cNvPr id="3" name="Picture 2" descr="Screenshot 2025-04-12 at 3.15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67" y="390832"/>
            <a:ext cx="7859330" cy="45191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Green Valley Medical Center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8B00B3-A47C-3572-9D0A-B94F1972FF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34450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24785" y="5490971"/>
            <a:ext cx="5221554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/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Green Valley + Riverdale – Dual View</a:t>
            </a:r>
          </a:p>
        </p:txBody>
      </p:sp>
      <p:pic>
        <p:nvPicPr>
          <p:cNvPr id="3" name="Picture 2" descr="Screenshot 2025-04-12 at 3.15.54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40" y="390832"/>
            <a:ext cx="8033984" cy="45191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Green Valley + Riverdale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0BEE6E-7C2F-54AA-042A-706A327BEB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405145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523</Words>
  <Application>Microsoft Macintosh PowerPoint</Application>
  <PresentationFormat>On-screen Show (4:3)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All Hospitals</vt:lpstr>
      <vt:lpstr>PowerPoint Presentation</vt:lpstr>
      <vt:lpstr>Riverdale Hospital</vt:lpstr>
      <vt:lpstr>PowerPoint Presentation</vt:lpstr>
      <vt:lpstr>City Hospital</vt:lpstr>
      <vt:lpstr>PowerPoint Presentation</vt:lpstr>
      <vt:lpstr>All Hospitals</vt:lpstr>
      <vt:lpstr>PowerPoint Presentation</vt:lpstr>
      <vt:lpstr>Green Valley Medical Center</vt:lpstr>
      <vt:lpstr>PowerPoint Presentation</vt:lpstr>
      <vt:lpstr>Green Valley + Riverdale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Prashuk Jain</cp:lastModifiedBy>
  <cp:revision>2</cp:revision>
  <dcterms:created xsi:type="dcterms:W3CDTF">2013-01-27T09:14:16Z</dcterms:created>
  <dcterms:modified xsi:type="dcterms:W3CDTF">2025-04-12T10:20:09Z</dcterms:modified>
  <cp:category/>
</cp:coreProperties>
</file>